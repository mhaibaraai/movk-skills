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7"/>
  </p:notesMasterIdLst>
  <p:handoutMasterIdLst>
    <p:handoutMasterId r:id="rId98"/>
  </p:handoutMasterIdLst>
  <p:sldIdLst>
    <p:sldId id="409" r:id="rId105"/>
    <p:sldId id="410" r:id="rId106"/>
    <p:sldId id="411" r:id="rId107"/>
    <p:sldId id="412" r:id="rId108"/>
    <p:sldId id="413" r:id="rId109"/>
    <p:sldId id="414" r:id="rId110"/>
    <p:sldId id="415" r:id="rId111"/>
    <p:sldId id="416" r:id="rId112"/>
  </p:sldIdLst>
  <p:sldSz cx="12192000" cy="6858000"/>
  <p:notesSz cx="6797675" cy="9926638"/>
  <p:custDataLst>
    <p:tags r:id="rId9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模板及公司简介" id="{6F3CB09D-1AFB-480E-9918-0596E0A86DD9}">
          <p14:sldIdLst/>
        </p14:section>
        <p14:section name="PPT制作培训" id="{DFF8CA9B-4DCC-4822-B92D-BF5E25F31F9E}">
          <p14:sldIdLst>
            <p14:sldId id="381"/>
            <p14:sldId id="383"/>
            <p14:sldId id="394"/>
            <p14:sldId id="269"/>
            <p14:sldId id="395"/>
            <p14:sldId id="385"/>
            <p14:sldId id="386"/>
            <p14:sldId id="387"/>
            <p14:sldId id="389"/>
            <p14:sldId id="384"/>
            <p14:sldId id="298"/>
            <p14:sldId id="390"/>
            <p14:sldId id="408"/>
            <p14:sldId id="391"/>
            <p14:sldId id="300"/>
          </p14:sldIdLst>
        </p14:section>
        <p14:section name="常用功能" id="{985CECED-C9CE-44C7-B7EB-042A4A7ECB1E}">
          <p14:sldIdLst>
            <p14:sldId id="396"/>
            <p14:sldId id="393"/>
            <p14:sldId id="399"/>
            <p14:sldId id="400"/>
            <p14:sldId id="401"/>
            <p14:sldId id="402"/>
            <p14:sldId id="403"/>
          </p14:sldIdLst>
        </p14:section>
        <p14:section name="PPT模板" id="{E1594E5B-66CF-4AB4-B88D-47FEB50FA2F6}">
          <p14:sldIdLst>
            <p14:sldId id="397"/>
            <p14:sldId id="287"/>
            <p14:sldId id="380"/>
            <p14:sldId id="355"/>
            <p14:sldId id="303"/>
            <p14:sldId id="267"/>
            <p14:sldId id="270"/>
            <p14:sldId id="289"/>
            <p14:sldId id="281"/>
            <p14:sldId id="273"/>
            <p14:sldId id="278"/>
            <p14:sldId id="290"/>
            <p14:sldId id="286"/>
            <p14:sldId id="288"/>
            <p14:sldId id="256"/>
            <p14:sldId id="276"/>
            <p14:sldId id="280"/>
            <p14:sldId id="274"/>
            <p14:sldId id="292"/>
            <p14:sldId id="293"/>
            <p14:sldId id="307"/>
            <p14:sldId id="308"/>
            <p14:sldId id="309"/>
            <p14:sldId id="310"/>
            <p14:sldId id="311"/>
            <p14:sldId id="315"/>
            <p14:sldId id="312"/>
            <p14:sldId id="316"/>
            <p14:sldId id="318"/>
            <p14:sldId id="313"/>
            <p14:sldId id="314"/>
            <p14:sldId id="319"/>
            <p14:sldId id="320"/>
            <p14:sldId id="321"/>
            <p14:sldId id="322"/>
            <p14:sldId id="323"/>
            <p14:sldId id="366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8"/>
            <p14:sldId id="339"/>
            <p14:sldId id="340"/>
            <p14:sldId id="341"/>
            <p14:sldId id="356"/>
            <p14:sldId id="357"/>
            <p14:sldId id="358"/>
            <p14:sldId id="360"/>
            <p14:sldId id="359"/>
            <p14:sldId id="361"/>
            <p14:sldId id="364"/>
            <p14:sldId id="365"/>
            <p14:sldId id="367"/>
            <p14:sldId id="368"/>
            <p14:sldId id="369"/>
            <p14:sldId id="371"/>
            <p14:sldId id="370"/>
            <p14:sldId id="373"/>
            <p14:sldId id="372"/>
            <p14:sldId id="374"/>
            <p14:sldId id="375"/>
            <p14:sldId id="362"/>
            <p14:sldId id="3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3" name="钰凯" initials="钰凯" lastIdx="0" clrIdx="42"/>
  <p:cmAuthor id="1" name="mac" initials="m" lastIdx="1" clrIdx="0"/>
  <p:cmAuthor id="44" name="崔" initials="崔" lastIdx="0" clrIdx="43"/>
  <p:cmAuthor id="2" name="军科 佘" initials="军佘" lastIdx="0" clrIdx="1"/>
  <p:cmAuthor id="45" name="soso" initials="s" lastIdx="0" clrIdx="44"/>
  <p:cmAuthor id="3" name="作者" initials="A" lastIdx="0" clrIdx="2"/>
  <p:cmAuthor id="46" name="king" initials="k" lastIdx="0" clrIdx="45"/>
  <p:cmAuthor id="4" name="Z" initials="Z" lastIdx="0" clrIdx="3"/>
  <p:cmAuthor id="5" name="懒蛋蛋" initials="" lastIdx="0" clrIdx="4"/>
  <p:cmAuthor id="6" name="WPS_1679281038" initials="W" lastIdx="0" clrIdx="5"/>
  <p:cmAuthor id="7" name="asus" initials="a" lastIdx="0" clrIdx="6"/>
  <p:cmAuthor id="8" name="hp-pc" initials="h" lastIdx="0" clrIdx="7"/>
  <p:cmAuthor id="9" name="宋洁然" initials="宋" lastIdx="0" clrIdx="8"/>
  <p:cmAuthor id="10" name="王勇良" initials="wangyl" lastIdx="0" clrIdx="9"/>
  <p:cmAuthor id="11" name="1206988966@qq.com" initials="1" lastIdx="0" clrIdx="10"/>
  <p:cmAuthor id="12" name="姜伟光" initials="姜" lastIdx="0" clrIdx="11"/>
  <p:cmAuthor id="13" name="admin" initials="H" lastIdx="0" clrIdx="12"/>
  <p:cmAuthor id="14" name="王莎" initials="王" lastIdx="0" clrIdx="13"/>
  <p:cmAuthor id="15" name="实验一党支部" initials="实" lastIdx="0" clrIdx="14"/>
  <p:cmAuthor id="16" name="Windows User" initials="" lastIdx="0" clrIdx="15"/>
  <p:cmAuthor id="17" name="zhuaf" initials="" lastIdx="0" clrIdx="16"/>
  <p:cmAuthor id="18" name="micromap" initials="" lastIdx="0" clrIdx="17"/>
  <p:cmAuthor id="19" name="hsscholl" initials="" lastIdx="0" clrIdx="18"/>
  <p:cmAuthor id="20" name="kangjie" initials="" lastIdx="0" clrIdx="19"/>
  <p:cmAuthor id="21" name="张志强" initials="" lastIdx="0" clrIdx="20"/>
  <p:cmAuthor id="22" name="li kai" initials="" lastIdx="0" clrIdx="21"/>
  <p:cmAuthor id="23" name="徐津津" initials="" lastIdx="0" clrIdx="22"/>
  <p:cmAuthor id="24" name="yuqiang.qyq" initials="" lastIdx="0" clrIdx="23"/>
  <p:cmAuthor id="25" name="wb_zhangjing173" initials="" lastIdx="0" clrIdx="24"/>
  <p:cmAuthor id="26" name="邱新忠" initials="" lastIdx="0" clrIdx="25"/>
  <p:cmAuthor id="27" name="89709" initials="" lastIdx="0" clrIdx="26"/>
  <p:cmAuthor id="28" name="李滨玉" initials="" lastIdx="0" clrIdx="27"/>
  <p:cmAuthor id="29" name="尚振伟_NziueeAf" initials="" lastIdx="0" clrIdx="28"/>
  <p:cmAuthor id="30" name="葛茹香_NJJjAnia" initials="authorId_79247850" lastIdx="0" clrIdx="29"/>
  <p:cmAuthor id="31" name="=_" initials="=" lastIdx="0" clrIdx="30"/>
  <p:cmAuthor id="32" name="Mia Vida Villanueva" initials="MVV" lastIdx="0" clrIdx="31"/>
  <p:cmAuthor id="33" name="汪剑" initials="t" lastIdx="0" clrIdx="32"/>
  <p:cmAuthor id="34" name="xianyin.he" initials="x" lastIdx="0" clrIdx="33"/>
  <p:cmAuthor id="35" name="吴梦蝶" initials="吴梦蝶" lastIdx="0" clrIdx="34"/>
  <p:cmAuthor id="36" name="ming qiu" initials="m" lastIdx="0" clrIdx="35"/>
  <p:cmAuthor id="37" name="未知用户4" initials="未" lastIdx="0" clrIdx="36"/>
  <p:cmAuthor id="38" name="Yang Jie" initials="YJ" lastIdx="0" clrIdx="37"/>
  <p:cmAuthor id="39" name="xieyx1356@163.com" initials="x" lastIdx="0" clrIdx="38"/>
  <p:cmAuthor id="40" name="宋子未" initials="宋" lastIdx="0" clrIdx="39"/>
  <p:cmAuthor id="41" name="万阳" initials="万阳" lastIdx="0" clrIdx="40"/>
  <p:cmAuthor id="42" name="zhaoxuefeng19720820@outlook.com" initials="z" lastIdx="0" clrIdx="4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51C1"/>
    <a:srgbClr val="D40000"/>
    <a:srgbClr val="C9DFFF"/>
    <a:srgbClr val="EE8A00"/>
    <a:srgbClr val="E7EFFD"/>
    <a:srgbClr val="003D8C"/>
    <a:srgbClr val="0236DE"/>
    <a:srgbClr val="08080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23" autoAdjust="0"/>
    <p:restoredTop sz="91973" autoAdjust="0"/>
  </p:normalViewPr>
  <p:slideViewPr>
    <p:cSldViewPr snapToGrid="0">
      <p:cViewPr varScale="1">
        <p:scale>
          <a:sx n="117" d="100"/>
          <a:sy n="117" d="100"/>
        </p:scale>
        <p:origin x="560" y="1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4136" y="18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98" Type="http://schemas.openxmlformats.org/officeDocument/2006/relationships/handoutMaster" Target="handoutMasters/handoutMaster1.xml"/><Relationship Id="rId99" Type="http://schemas.openxmlformats.org/officeDocument/2006/relationships/tags" Target="tags/tag1.xml"/><Relationship Id="rId100" Type="http://schemas.openxmlformats.org/officeDocument/2006/relationships/commentAuthors" Target="commentAuthors.xml"/><Relationship Id="rId101" Type="http://schemas.openxmlformats.org/officeDocument/2006/relationships/presProps" Target="presProps.xml"/><Relationship Id="rId102" Type="http://schemas.openxmlformats.org/officeDocument/2006/relationships/viewProps" Target="viewProps.xml"/><Relationship Id="rId103" Type="http://schemas.openxmlformats.org/officeDocument/2006/relationships/theme" Target="theme/theme1.xml"/><Relationship Id="rId104" Type="http://schemas.openxmlformats.org/officeDocument/2006/relationships/tableStyles" Target="tableStyles.xml"/><Relationship Id="rId105" Type="http://schemas.openxmlformats.org/officeDocument/2006/relationships/slide" Target="slides/slide96.xml"/><Relationship Id="rId106" Type="http://schemas.openxmlformats.org/officeDocument/2006/relationships/slide" Target="slides/slide97.xml"/><Relationship Id="rId107" Type="http://schemas.openxmlformats.org/officeDocument/2006/relationships/slide" Target="slides/slide98.xml"/><Relationship Id="rId108" Type="http://schemas.openxmlformats.org/officeDocument/2006/relationships/slide" Target="slides/slide99.xml"/><Relationship Id="rId109" Type="http://schemas.openxmlformats.org/officeDocument/2006/relationships/slide" Target="slides/slide100.xml"/><Relationship Id="rId110" Type="http://schemas.openxmlformats.org/officeDocument/2006/relationships/slide" Target="slides/slide101.xml"/><Relationship Id="rId111" Type="http://schemas.openxmlformats.org/officeDocument/2006/relationships/slide" Target="slides/slide102.xml"/><Relationship Id="rId112" Type="http://schemas.openxmlformats.org/officeDocument/2006/relationships/slide" Target="slides/slide103.xml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___.xlsx"/><Relationship Id="rId2" Type="http://schemas.microsoft.com/office/2011/relationships/chartColorStyle" Target="colors5.xml"/><Relationship Id="rId3" Type="http://schemas.microsoft.com/office/2011/relationships/chartStyle" Target="style5.xml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___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___7.xlsx"/><Relationship Id="rId2" Type="http://schemas.microsoft.com/office/2011/relationships/chartColorStyle" Target="colors6.xml"/><Relationship Id="rId3" Type="http://schemas.microsoft.com/office/2011/relationships/chartStyle" Target="style6.xml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___8.xlsx"/><Relationship Id="rId2" Type="http://schemas.microsoft.com/office/2011/relationships/chartColorStyle" Target="colors7.xml"/><Relationship Id="rId3" Type="http://schemas.microsoft.com/office/2011/relationships/chartStyle" Target="style7.xml"/></Relationships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Text here2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0C91-3849-9431-9E797E64C3B5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C91-3849-9431-9E797E64C3B5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0C91-3849-9431-9E797E64C3B5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0C91-3849-9431-9E797E64C3B5}"/>
              </c:ext>
            </c:extLst>
          </c:dPt>
          <c:cat>
            <c:strRef>
              <c:f>Sheet1!$A$2:$A$5</c:f>
              <c:strCache>
                <c:ptCount val="4"/>
                <c:pt idx="0">
                  <c:v>Text here</c:v>
                </c:pt>
                <c:pt idx="1">
                  <c:v>Text here</c:v>
                </c:pt>
                <c:pt idx="2">
                  <c:v>Text here</c:v>
                </c:pt>
                <c:pt idx="3">
                  <c:v>Text here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2.2999999999999998</c:v>
                </c:pt>
                <c:pt idx="1">
                  <c:v>1.5</c:v>
                </c:pt>
                <c:pt idx="2">
                  <c:v>3.5</c:v>
                </c:pt>
                <c:pt idx="3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C91-3849-9431-9E797E64C3B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Text here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Text here</c:v>
                </c:pt>
                <c:pt idx="1">
                  <c:v>Text here</c:v>
                </c:pt>
                <c:pt idx="2">
                  <c:v>Text here</c:v>
                </c:pt>
                <c:pt idx="3">
                  <c:v>Text here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4.4000000000000004</c:v>
                </c:pt>
                <c:pt idx="1">
                  <c:v>2.4</c:v>
                </c:pt>
                <c:pt idx="2">
                  <c:v>1.8</c:v>
                </c:pt>
                <c:pt idx="3">
                  <c:v>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C91-3849-9431-9E797E64C3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axId val="730237824"/>
        <c:axId val="730231160"/>
      </c:barChart>
      <c:catAx>
        <c:axId val="73023782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zh-CN" sz="1195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730231160"/>
        <c:crosses val="autoZero"/>
        <c:auto val="1"/>
        <c:lblAlgn val="ctr"/>
        <c:lblOffset val="100"/>
        <c:noMultiLvlLbl val="0"/>
      </c:catAx>
      <c:valAx>
        <c:axId val="73023116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accent5">
                  <a:lumMod val="20000"/>
                  <a:lumOff val="80000"/>
                  <a:alpha val="30000"/>
                </a:schemeClr>
              </a:solidFill>
              <a:prstDash val="lgDash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7302378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92644309-2d97-4436-b755-3c5a076ff21c}"/>
      </c:ext>
    </c:extLst>
  </c:chart>
  <c:spPr>
    <a:noFill/>
    <a:ln>
      <a:noFill/>
    </a:ln>
    <a:effectLst/>
  </c:spPr>
  <c:txPr>
    <a:bodyPr/>
    <a:lstStyle/>
    <a:p>
      <a:pPr>
        <a:defRPr lang="zh-CN">
          <a:latin typeface="+mn-lt"/>
          <a:ea typeface="+mn-ea"/>
          <a:cs typeface="+mn-ea"/>
          <a:sym typeface="+mn-lt"/>
        </a:defRPr>
      </a:pPr>
      <a:endParaRPr lang="zh-CN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NO.1</c:v>
                </c:pt>
              </c:strCache>
            </c:strRef>
          </c:tx>
          <c:spPr>
            <a:ln w="44450" cap="rnd" cmpd="sng" algn="ctr">
              <a:solidFill>
                <a:schemeClr val="accent2"/>
              </a:solidFill>
              <a:prstDash val="solid"/>
              <a:round/>
            </a:ln>
            <a:effectLst/>
          </c:spPr>
          <c:marker>
            <c:symbol val="none"/>
          </c:marker>
          <c:dPt>
            <c:idx val="2"/>
            <c:marker>
              <c:symbol val="picture"/>
              <c:spPr>
                <a:solidFill>
                  <a:schemeClr val="accent5"/>
                </a:solidFill>
                <a:ln w="25400" cap="flat" cmpd="sng" algn="ctr">
                  <a:solidFill>
                    <a:schemeClr val="accent2"/>
                  </a:solidFill>
                  <a:prstDash val="solid"/>
                  <a:round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00E8-A442-A64C-6FBB50C56999}"/>
              </c:ext>
            </c:extLst>
          </c:dPt>
          <c:dPt>
            <c:idx val="6"/>
            <c:marker>
              <c:symbol val="picture"/>
              <c:spPr>
                <a:solidFill>
                  <a:schemeClr val="accent5"/>
                </a:solidFill>
                <a:ln w="6350" cap="flat" cmpd="sng" algn="ctr">
                  <a:solidFill>
                    <a:schemeClr val="accent2"/>
                  </a:solidFill>
                  <a:prstDash val="solid"/>
                  <a:round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00E8-A442-A64C-6FBB50C56999}"/>
              </c:ext>
            </c:extLst>
          </c:dPt>
          <c:cat>
            <c:strRef>
              <c:f>Sheet1!$A$2:$A$11</c:f>
              <c:strCache>
                <c:ptCount val="10"/>
                <c:pt idx="0">
                  <c:v>NO.1</c:v>
                </c:pt>
                <c:pt idx="1">
                  <c:v>NO.2</c:v>
                </c:pt>
                <c:pt idx="2">
                  <c:v>NO.3</c:v>
                </c:pt>
                <c:pt idx="3">
                  <c:v>NO.4</c:v>
                </c:pt>
                <c:pt idx="4">
                  <c:v>NO.5</c:v>
                </c:pt>
                <c:pt idx="5">
                  <c:v>NO.6</c:v>
                </c:pt>
                <c:pt idx="6">
                  <c:v>NO.7</c:v>
                </c:pt>
                <c:pt idx="7">
                  <c:v>NO.8</c:v>
                </c:pt>
                <c:pt idx="8">
                  <c:v>NO.9</c:v>
                </c:pt>
                <c:pt idx="9">
                  <c:v>NO.10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1.2</c:v>
                </c:pt>
                <c:pt idx="1">
                  <c:v>2.5</c:v>
                </c:pt>
                <c:pt idx="2">
                  <c:v>1.5</c:v>
                </c:pt>
                <c:pt idx="3">
                  <c:v>2.2999999999999998</c:v>
                </c:pt>
                <c:pt idx="4">
                  <c:v>3.2</c:v>
                </c:pt>
                <c:pt idx="5">
                  <c:v>2.9</c:v>
                </c:pt>
                <c:pt idx="6">
                  <c:v>3.8</c:v>
                </c:pt>
                <c:pt idx="7">
                  <c:v>2.2000000000000002</c:v>
                </c:pt>
                <c:pt idx="8">
                  <c:v>3.3</c:v>
                </c:pt>
                <c:pt idx="9">
                  <c:v>3.6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00E8-A442-A64C-6FBB50C569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NO.2</c:v>
                </c:pt>
              </c:strCache>
            </c:strRef>
          </c:tx>
          <c:spPr>
            <a:ln w="44450" cap="rnd" cmpd="sng" algn="ctr">
              <a:solidFill>
                <a:schemeClr val="accent1"/>
              </a:solidFill>
              <a:prstDash val="solid"/>
              <a:round/>
            </a:ln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NO.1</c:v>
                </c:pt>
                <c:pt idx="1">
                  <c:v>NO.2</c:v>
                </c:pt>
                <c:pt idx="2">
                  <c:v>NO.3</c:v>
                </c:pt>
                <c:pt idx="3">
                  <c:v>NO.4</c:v>
                </c:pt>
                <c:pt idx="4">
                  <c:v>NO.5</c:v>
                </c:pt>
                <c:pt idx="5">
                  <c:v>NO.6</c:v>
                </c:pt>
                <c:pt idx="6">
                  <c:v>NO.7</c:v>
                </c:pt>
                <c:pt idx="7">
                  <c:v>NO.8</c:v>
                </c:pt>
                <c:pt idx="8">
                  <c:v>NO.9</c:v>
                </c:pt>
                <c:pt idx="9">
                  <c:v>NO.10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3.1</c:v>
                </c:pt>
                <c:pt idx="1">
                  <c:v>1.9</c:v>
                </c:pt>
                <c:pt idx="2">
                  <c:v>2.2000000000000002</c:v>
                </c:pt>
                <c:pt idx="3">
                  <c:v>1.3</c:v>
                </c:pt>
                <c:pt idx="4">
                  <c:v>3.2</c:v>
                </c:pt>
                <c:pt idx="5">
                  <c:v>3.9</c:v>
                </c:pt>
                <c:pt idx="6">
                  <c:v>2.2000000000000002</c:v>
                </c:pt>
                <c:pt idx="7">
                  <c:v>2.9</c:v>
                </c:pt>
                <c:pt idx="8">
                  <c:v>3</c:v>
                </c:pt>
                <c:pt idx="9">
                  <c:v>3.2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00E8-A442-A64C-6FBB50C569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42730808"/>
        <c:axId val="742730024"/>
      </c:lineChart>
      <c:catAx>
        <c:axId val="742730808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chemeClr val="tx1">
                  <a:lumMod val="50000"/>
                  <a:lumOff val="50000"/>
                  <a:alpha val="10000"/>
                </a:schemeClr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635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742730024"/>
        <c:crosses val="autoZero"/>
        <c:auto val="1"/>
        <c:lblAlgn val="ctr"/>
        <c:lblOffset val="100"/>
        <c:noMultiLvlLbl val="0"/>
      </c:catAx>
      <c:valAx>
        <c:axId val="74273002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635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742730808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67c90188-15df-4c42-9b9f-4fb02accf260}"/>
      </c:ext>
    </c:extLst>
  </c:chart>
  <c:spPr>
    <a:noFill/>
    <a:ln>
      <a:noFill/>
    </a:ln>
    <a:effectLst/>
  </c:spPr>
  <c:txPr>
    <a:bodyPr/>
    <a:lstStyle/>
    <a:p>
      <a:pPr>
        <a:defRPr lang="zh-CN">
          <a:latin typeface="+mn-lt"/>
          <a:ea typeface="+mn-ea"/>
          <a:cs typeface="+mn-ea"/>
          <a:sym typeface="+mn-lt"/>
        </a:defRPr>
      </a:pPr>
      <a:endParaRPr lang="zh-CN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Supporting text here</c:v>
                </c:pt>
              </c:strCache>
            </c:strRef>
          </c:tx>
          <c:spPr>
            <a:ln w="19050"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D61-BA4B-94A3-BE311D99A73E}"/>
              </c:ext>
            </c:extLst>
          </c:dPt>
          <c:dPt>
            <c:idx val="1"/>
            <c:bubble3D val="0"/>
            <c:spPr>
              <a:solidFill>
                <a:schemeClr val="tx1">
                  <a:lumMod val="50000"/>
                  <a:lumOff val="50000"/>
                  <a:alpha val="2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D61-BA4B-94A3-BE311D99A73E}"/>
              </c:ext>
            </c:extLst>
          </c:dPt>
          <c:cat>
            <c:strRef>
              <c:f>Sheet1!$A$2:$A$3</c:f>
              <c:strCache>
                <c:ptCount val="2"/>
                <c:pt idx="0">
                  <c:v>text 1</c:v>
                </c:pt>
                <c:pt idx="1">
                  <c:v>text 2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 formatCode="0%">
                  <c:v>0.7</c:v>
                </c:pt>
                <c:pt idx="1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D61-BA4B-94A3-BE311D99A7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1a1e42ba-282b-4688-a1d3-954dc1c320f6}"/>
      </c:ext>
    </c:extLst>
  </c:chart>
  <c:spPr>
    <a:noFill/>
    <a:ln>
      <a:noFill/>
    </a:ln>
    <a:effectLst/>
  </c:spPr>
  <c:txPr>
    <a:bodyPr/>
    <a:lstStyle/>
    <a:p>
      <a:pPr>
        <a:defRPr lang="zh-CN">
          <a:latin typeface="+mn-lt"/>
          <a:ea typeface="+mn-ea"/>
          <a:cs typeface="+mn-ea"/>
          <a:sym typeface="+mn-lt"/>
        </a:defRPr>
      </a:pPr>
      <a:endParaRPr lang="zh-CN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Supporting text here</c:v>
                </c:pt>
              </c:strCache>
            </c:strRef>
          </c:tx>
          <c:spPr>
            <a:ln w="19050">
              <a:noFill/>
            </a:ln>
          </c:spPr>
          <c:dPt>
            <c:idx val="0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720-F14E-8244-D889AD9E1EBA}"/>
              </c:ext>
            </c:extLst>
          </c:dPt>
          <c:dPt>
            <c:idx val="1"/>
            <c:bubble3D val="0"/>
            <c:spPr>
              <a:solidFill>
                <a:schemeClr val="tx1">
                  <a:lumMod val="50000"/>
                  <a:lumOff val="50000"/>
                  <a:alpha val="2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720-F14E-8244-D889AD9E1EBA}"/>
              </c:ext>
            </c:extLst>
          </c:dPt>
          <c:cat>
            <c:strRef>
              <c:f>Sheet1!$A$2:$A$3</c:f>
              <c:strCache>
                <c:ptCount val="2"/>
                <c:pt idx="0">
                  <c:v>text 1</c:v>
                </c:pt>
                <c:pt idx="1">
                  <c:v>text 2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 formatCode="0%">
                  <c:v>0.56000000000000005</c:v>
                </c:pt>
                <c:pt idx="1">
                  <c:v>0.44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720-F14E-8244-D889AD9E1E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38a9de30-ecfc-43f2-8258-3a252afeb920}"/>
      </c:ext>
    </c:extLst>
  </c:chart>
  <c:spPr>
    <a:noFill/>
    <a:ln>
      <a:noFill/>
    </a:ln>
    <a:effectLst/>
  </c:spPr>
  <c:txPr>
    <a:bodyPr/>
    <a:lstStyle/>
    <a:p>
      <a:pPr>
        <a:defRPr lang="zh-CN">
          <a:latin typeface="+mn-lt"/>
          <a:ea typeface="+mn-ea"/>
          <a:cs typeface="+mn-ea"/>
          <a:sym typeface="+mn-lt"/>
        </a:defRPr>
      </a:pPr>
      <a:endParaRPr lang="zh-CN"/>
    </a:p>
  </c:txPr>
  <c:externalData r:id="rId1">
    <c:autoUpdate val="0"/>
  </c:externalData>
</c:chartSpac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7ABA7C3-1E31-4244-AB0D-7E09E30E64E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A1BE525-DED4-FCB9-EE0F-4F610AEB727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97986A-183D-624C-8E60-6370E2B14DFE}" type="datetimeFigureOut">
              <a:rPr kumimoji="1" lang="zh-CN" altLang="en-US" smtClean="0"/>
              <a:t>2026/7/15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0ED2C88-D71D-B368-1587-ACF30545280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535EDB3-6A22-3CD6-35CE-DA5AFDA7182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90FBBB-CD42-EA42-8A8B-726BB7F2524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700637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3D24-6083-4546-8C6D-DEE86BAAAE49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D8765-8EF3-408C-9341-152904E414E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0400" y="1821180"/>
            <a:ext cx="6078728" cy="3677453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zh-CN" altLang="en-US" sz="6600" b="1" dirty="0">
                <a:solidFill>
                  <a:srgbClr val="080808"/>
                </a:solidFill>
              </a:defRPr>
            </a:lvl1pPr>
          </a:lstStyle>
          <a:p>
            <a:pPr lvl="0" defTabSz="914400"/>
            <a:r>
              <a:rPr lang="en-US" altLang="zh-CN" dirty="0"/>
              <a:t>Click to edit </a:t>
            </a:r>
            <a:br>
              <a:rPr lang="en-US" altLang="zh-CN" dirty="0"/>
            </a:br>
            <a:r>
              <a:rPr lang="en-US" altLang="zh-CN" dirty="0"/>
              <a:t>Master title style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 rot="16200000">
            <a:off x="9609497" y="3378440"/>
            <a:ext cx="3308353" cy="53585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spcBef>
                <a:spcPts val="0"/>
              </a:spcBef>
              <a:buNone/>
              <a:defRPr lang="zh-CN" altLang="en-US" sz="1800">
                <a:solidFill>
                  <a:srgbClr val="080808"/>
                </a:solidFill>
              </a:defRPr>
            </a:lvl1pPr>
          </a:lstStyle>
          <a:p>
            <a:pPr marL="228600" lvl="0" indent="-228600" defTabSz="914400"/>
            <a:r>
              <a:rPr lang="en-US" altLang="zh-CN" dirty="0"/>
              <a:t>Click to edit Master subtitle style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6739128" y="5837829"/>
            <a:ext cx="4779772" cy="296271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buNone/>
              <a:defRPr lang="en-US" altLang="zh-CN" sz="1200" b="0" smtClean="0">
                <a:solidFill>
                  <a:srgbClr val="080808"/>
                </a:solidFill>
              </a:defRPr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en-US" altLang="zh-CN" dirty="0"/>
              <a:t>Speaker name and title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5" hasCustomPrompt="1"/>
          </p:nvPr>
        </p:nvSpPr>
        <p:spPr>
          <a:xfrm>
            <a:off x="660400" y="723900"/>
            <a:ext cx="1039091" cy="296271"/>
          </a:xfrm>
        </p:spPr>
        <p:txBody>
          <a:bodyPr vert="horz" wrap="none" lIns="91440" tIns="45720" rIns="91440" bIns="45720" rtlCol="0" anchor="ctr">
            <a:normAutofit/>
          </a:bodyPr>
          <a:lstStyle>
            <a:lvl1pPr marL="0" indent="0">
              <a:buNone/>
              <a:defRPr lang="en-US" altLang="zh-CN" sz="1200" b="0" smtClean="0">
                <a:solidFill>
                  <a:srgbClr val="080808"/>
                </a:solidFill>
              </a:defRPr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en-US" altLang="zh-CN" dirty="0"/>
              <a:t>LGOO HERE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132205"/>
            <a:ext cx="12192000" cy="5725795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DA9A1-9141-4F02-9C55-8DE17B37F989}" type="datetime1">
              <a:rPr lang="en-US" altLang="zh-CN" smtClean="0"/>
              <a:t>7/15/26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857452" y="6438900"/>
            <a:ext cx="2661448" cy="215900"/>
          </a:xfrm>
          <a:prstGeom prst="rect">
            <a:avLst/>
          </a:prstGeom>
        </p:spPr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132205"/>
            <a:ext cx="12192000" cy="572579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6800" y="202138"/>
            <a:ext cx="10167887" cy="492443"/>
          </a:xfrm>
        </p:spPr>
        <p:txBody>
          <a:bodyPr>
            <a:normAutofit/>
          </a:bodyPr>
          <a:lstStyle>
            <a:lvl1pPr>
              <a:defRPr sz="2600" b="0">
                <a:solidFill>
                  <a:schemeClr val="tx2"/>
                </a:solidFill>
                <a:latin typeface="+mn-ea"/>
                <a:ea typeface="+mn-ea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27552-8942-46E8-901A-44C076C97C35}" type="datetime1">
              <a:rPr lang="en-US" altLang="zh-CN" smtClean="0"/>
              <a:t>7/15/26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857452" y="6438900"/>
            <a:ext cx="2661448" cy="215900"/>
          </a:xfrm>
          <a:prstGeom prst="rect">
            <a:avLst/>
          </a:prstGeom>
        </p:spPr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497253" y="744409"/>
            <a:ext cx="5799759" cy="45719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132205"/>
            <a:ext cx="12192000" cy="5725795"/>
          </a:xfrm>
          <a:prstGeom prst="rect">
            <a:avLst/>
          </a:prstGeom>
        </p:spPr>
      </p:pic>
      <p:sp>
        <p:nvSpPr>
          <p:cNvPr id="9" name="文本占位符 8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1500188"/>
            <a:ext cx="2836562" cy="594626"/>
          </a:xfrm>
        </p:spPr>
        <p:txBody>
          <a:bodyPr>
            <a:normAutofit/>
          </a:bodyPr>
          <a:lstStyle>
            <a:lvl1pPr marL="0" indent="0" algn="r">
              <a:buFont typeface="+mj-lt"/>
              <a:buNone/>
              <a:defRPr sz="2400" b="1"/>
            </a:lvl1pPr>
            <a:lvl2pPr marL="457200" indent="0">
              <a:buFont typeface="+mj-ea"/>
              <a:buNone/>
              <a:defRPr/>
            </a:lvl2pPr>
            <a:lvl3pPr marL="1257300" indent="-342900">
              <a:buFont typeface="+mj-lt"/>
              <a:buAutoNum type="alphaLcParenR"/>
              <a:defRPr/>
            </a:lvl3pPr>
          </a:lstStyle>
          <a:p>
            <a:pPr lvl="0"/>
            <a:r>
              <a:rPr lang="en-US" altLang="zh-CN" dirty="0"/>
              <a:t>CONTENTS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3647836" y="1500187"/>
            <a:ext cx="7871045" cy="4633913"/>
          </a:xfrm>
        </p:spPr>
        <p:txBody>
          <a:bodyPr/>
          <a:lstStyle>
            <a:lvl1pPr marL="342900" indent="-342900">
              <a:buFont typeface="+mj-lt"/>
              <a:buAutoNum type="arabicPeriod"/>
              <a:defRPr/>
            </a:lvl1pPr>
            <a:lvl2pPr marL="800100" indent="-342900">
              <a:buFont typeface="+mj-ea"/>
              <a:buAutoNum type="circleNumDbPlain"/>
              <a:defRPr/>
            </a:lvl2pPr>
            <a:lvl3pPr marL="1257300" indent="-342900">
              <a:buFont typeface="+mj-lt"/>
              <a:buAutoNum type="alphaLcParenR"/>
              <a:defRPr/>
            </a:lvl3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F5093CC-EA8F-46CC-95E3-14466C6B74F0}" type="datetime1">
              <a:rPr lang="en-US" altLang="zh-CN" smtClean="0"/>
              <a:t>7/15/26</a:t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857452" y="6438900"/>
            <a:ext cx="2661448" cy="215900"/>
          </a:xfrm>
          <a:prstGeom prst="rect">
            <a:avLst/>
          </a:prstGeom>
        </p:spPr>
        <p:txBody>
          <a:bodyPr/>
          <a:lstStyle/>
          <a:p>
            <a:fld id="{7F65B630-C7FF-41C0-9923-C5E5E29EED81}" type="slidenum">
              <a:rPr lang="en-US" altLang="zh-CN" smtClean="0"/>
              <a:t>‹#›</a:t>
            </a:fld>
            <a:endParaRPr lang="en-US" altLang="zh-CN"/>
          </a:p>
        </p:txBody>
      </p:sp>
      <p:cxnSp>
        <p:nvCxnSpPr>
          <p:cNvPr id="10" name="î$ļíďé"/>
          <p:cNvCxnSpPr/>
          <p:nvPr userDrawn="1"/>
        </p:nvCxnSpPr>
        <p:spPr>
          <a:xfrm>
            <a:off x="3621019" y="1500188"/>
            <a:ext cx="0" cy="4633913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ïšḻïdê"/>
          <p:cNvSpPr>
            <a:spLocks noChangeAspect="1"/>
          </p:cNvSpPr>
          <p:nvPr userDrawn="1"/>
        </p:nvSpPr>
        <p:spPr bwMode="auto">
          <a:xfrm>
            <a:off x="2626456" y="5219207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497253" y="744409"/>
            <a:ext cx="5799759" cy="45719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0400" y="2628576"/>
            <a:ext cx="5731164" cy="204803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zh-CN" altLang="en-US" sz="4800">
                <a:solidFill>
                  <a:srgbClr val="080808"/>
                </a:solidFill>
              </a:defRPr>
            </a:lvl1pPr>
          </a:lstStyle>
          <a:p>
            <a:pPr lvl="0" defTabSz="914400"/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4676614"/>
            <a:ext cx="5731164" cy="526761"/>
          </a:xfrm>
        </p:spPr>
        <p:txBody>
          <a:bodyPr>
            <a:normAutofit/>
          </a:bodyPr>
          <a:lstStyle>
            <a:lvl1pPr marL="0" indent="0">
              <a:buNone/>
              <a:defRPr lang="en-US" altLang="zh-CN" sz="1800" kern="1200">
                <a:solidFill>
                  <a:srgbClr val="080808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132205"/>
            <a:ext cx="12192000" cy="5725795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497253" y="744409"/>
            <a:ext cx="5799759" cy="45719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660400" y="1832374"/>
            <a:ext cx="10858500" cy="2772786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 algn="ctr">
              <a:buNone/>
              <a:defRPr lang="en-US" altLang="zh-CN" sz="7200" b="1" smtClean="0">
                <a:solidFill>
                  <a:srgbClr val="080808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en-US" altLang="zh-CN" smtClean="0"/>
            </a:lvl2pPr>
            <a:lvl3pPr>
              <a:defRPr lang="en-US" altLang="zh-CN" smtClean="0"/>
            </a:lvl3pPr>
            <a:lvl4pPr>
              <a:defRPr lang="en-US" altLang="zh-CN" smtClean="0"/>
            </a:lvl4pPr>
            <a:lvl5pPr>
              <a:defRPr lang="zh-CN" altLang="en-US"/>
            </a:lvl5pPr>
          </a:lstStyle>
          <a:p>
            <a:pPr marL="228600" lvl="0" indent="-228600" defTabSz="914400">
              <a:spcBef>
                <a:spcPct val="0"/>
              </a:spcBef>
            </a:pPr>
            <a:r>
              <a:rPr lang="en-US" altLang="zh-CN" dirty="0"/>
              <a:t>Click to edit Master text styles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4" hasCustomPrompt="1"/>
          </p:nvPr>
        </p:nvSpPr>
        <p:spPr>
          <a:xfrm>
            <a:off x="5422392" y="5837829"/>
            <a:ext cx="6096508" cy="296271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buNone/>
              <a:defRPr lang="en-US" altLang="zh-CN" sz="1200" b="0" smtClean="0">
                <a:solidFill>
                  <a:srgbClr val="080808"/>
                </a:solidFill>
              </a:defRPr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en-US" altLang="zh-CN" dirty="0"/>
              <a:t>Speaker name and title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132205"/>
            <a:ext cx="12192000" cy="572579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FE03BF2-D8AF-46DF-AE0F-0C217AE83FF5}" type="datetime1">
              <a:rPr lang="en-US" altLang="zh-CN" smtClean="0"/>
              <a:t>7/15/26</a:t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857452" y="6438900"/>
            <a:ext cx="2661448" cy="215900"/>
          </a:xfrm>
          <a:prstGeom prst="rect">
            <a:avLst/>
          </a:prstGeom>
        </p:spPr>
        <p:txBody>
          <a:bodyPr/>
          <a:lstStyle/>
          <a:p>
            <a:fld id="{7F65B630-C7FF-41C0-9923-C5E5E29EED81}" type="slidenum">
              <a:rPr lang="en-US" altLang="zh-CN" smtClean="0"/>
              <a:t>‹#›</a:t>
            </a:fld>
            <a:endParaRPr lang="en-US" altLang="zh-CN"/>
          </a:p>
        </p:txBody>
      </p:sp>
      <p:sp>
        <p:nvSpPr>
          <p:cNvPr id="8" name="矩形 7"/>
          <p:cNvSpPr/>
          <p:nvPr userDrawn="1"/>
        </p:nvSpPr>
        <p:spPr>
          <a:xfrm>
            <a:off x="497253" y="744409"/>
            <a:ext cx="5799759" cy="45719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132205"/>
            <a:ext cx="12192000" cy="5725795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497253" y="744409"/>
            <a:ext cx="5799759" cy="45719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132205"/>
            <a:ext cx="12192000" cy="5725795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497253" y="744409"/>
            <a:ext cx="5799759" cy="45719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497253" y="744409"/>
            <a:ext cx="5799759" cy="45719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0"/>
            <a:ext cx="10858500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 defTabSz="914400"/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401" y="6438900"/>
            <a:ext cx="3992171" cy="215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zh-CN" altLang="en-US"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504656" y="6438900"/>
            <a:ext cx="1802924" cy="215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altLang="en-US" sz="100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EFE03BF2-D8AF-46DF-AE0F-0C217AE83FF5}" type="datetime1">
              <a:rPr lang="en-US" altLang="zh-CN" smtClean="0"/>
              <a:t>7/15/26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6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7.xml"/><Relationship Id="rId3" Type="http://schemas.openxmlformats.org/officeDocument/2006/relationships/chart" Target="../charts/chart8.xml"/><Relationship Id="rId4" Type="http://schemas.openxmlformats.org/officeDocument/2006/relationships/chart" Target="../charts/chart9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ïşḷiḑè"/>
          <p:cNvSpPr/>
          <p:nvPr/>
        </p:nvSpPr>
        <p:spPr>
          <a:xfrm>
            <a:off x="660398" y="3470788"/>
            <a:ext cx="7056000" cy="149522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3D8C"/>
                </a:solidFill>
                <a:cs typeface="+mn-ea"/>
                <a:sym typeface="+mn-lt"/>
              </a:rPr>
              <a:t> </a:t>
            </a:r>
            <a:endParaRPr lang="zh-CN" altLang="en-US" dirty="0">
              <a:solidFill>
                <a:srgbClr val="003D8C"/>
              </a:solidFill>
              <a:cs typeface="+mn-ea"/>
              <a:sym typeface="+mn-lt"/>
            </a:endParaRPr>
          </a:p>
        </p:txBody>
      </p:sp>
      <p:sp>
        <p:nvSpPr>
          <p:cNvPr id="11" name="íš1iḍe"/>
          <p:cNvSpPr/>
          <p:nvPr/>
        </p:nvSpPr>
        <p:spPr>
          <a:xfrm>
            <a:off x="10364958" y="5300543"/>
            <a:ext cx="939800" cy="1557457"/>
          </a:xfrm>
          <a:prstGeom prst="rect">
            <a:avLst/>
          </a:prstGeom>
          <a:solidFill>
            <a:schemeClr val="accent1"/>
          </a:solidFill>
          <a:ln>
            <a:solidFill>
              <a:srgbClr val="0236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80808"/>
              </a:solidFill>
              <a:cs typeface="+mn-ea"/>
              <a:sym typeface="+mn-lt"/>
            </a:endParaRPr>
          </a:p>
        </p:txBody>
      </p:sp>
      <p:sp>
        <p:nvSpPr>
          <p:cNvPr id="12" name="íṩľíḍé"/>
          <p:cNvSpPr>
            <a:spLocks noGrp="1"/>
          </p:cNvSpPr>
          <p:nvPr>
            <p:ph type="ctrTitle"/>
          </p:nvPr>
        </p:nvSpPr>
        <p:spPr>
          <a:xfrm>
            <a:off x="609599" y="2455549"/>
            <a:ext cx="7254241" cy="992379"/>
          </a:xfrm>
          <a:ln>
            <a:noFill/>
          </a:ln>
        </p:spPr>
        <p:txBody>
          <a:bodyPr/>
          <a:lstStyle/>
          <a:p>
            <a:pPr algn="dist">
              <a:lnSpc>
                <a:spcPct val="150000"/>
              </a:lnSpc>
            </a:pPr>
            <a:r>
              <a:rPr lang="en-US" altLang="zh-CN" sz="46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元旦汇演</a:t>
            </a:r>
          </a:p>
        </p:txBody>
      </p:sp>
      <p:sp>
        <p:nvSpPr>
          <p:cNvPr id="13" name="ïṥ1íḑè"/>
          <p:cNvSpPr txBox="1"/>
          <p:nvPr/>
        </p:nvSpPr>
        <p:spPr>
          <a:xfrm>
            <a:off x="592666" y="1918615"/>
            <a:ext cx="5670974" cy="55399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3000" dirty="0">
                <a:solidFill>
                  <a:schemeClr val="accent1"/>
                </a:solidFill>
                <a:latin typeface="+mn-ea"/>
                <a:cs typeface="+mn-ea"/>
                <a:sym typeface="+mn-lt"/>
              </a:rPr>
              <a:t>xxx</a:t>
            </a:r>
            <a:endParaRPr lang="zh-CN" altLang="en-US" sz="3000" dirty="0">
              <a:solidFill>
                <a:schemeClr val="accent1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15" name="íṩlídé"/>
          <p:cNvSpPr txBox="1"/>
          <p:nvPr/>
        </p:nvSpPr>
        <p:spPr>
          <a:xfrm>
            <a:off x="610703" y="5811344"/>
            <a:ext cx="4301926" cy="535853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zh-CN" altLang="en-US" sz="1800" kern="1200">
                <a:solidFill>
                  <a:srgbClr val="080808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spc="300" dirty="0">
                <a:solidFill>
                  <a:schemeClr val="tx2"/>
                </a:solidFill>
                <a:cs typeface="+mn-ea"/>
                <a:sym typeface="+mn-lt"/>
              </a:rPr>
              <a:t>xxx xxx xxx xxx</a:t>
            </a:r>
            <a:endParaRPr lang="en-GB" altLang="zh-CN" sz="1400" spc="300" dirty="0">
              <a:solidFill>
                <a:schemeClr val="tx2"/>
              </a:solidFill>
              <a:cs typeface="+mn-ea"/>
              <a:sym typeface="+mn-lt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60398" y="3819599"/>
            <a:ext cx="2045741" cy="35775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dirty="0" err="1">
                <a:solidFill>
                  <a:schemeClr val="bg1"/>
                </a:solidFill>
                <a:cs typeface="+mn-ea"/>
                <a:sym typeface="+mn-lt"/>
              </a:rPr>
              <a:t>迎新年·展风采</a:t>
            </a:r>
            <a:endParaRPr kumimoji="1"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35173" y="5442012"/>
            <a:ext cx="2045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800" dirty="0">
                <a:solidFill>
                  <a:schemeClr val="tx2"/>
                </a:solidFill>
                <a:cs typeface="+mn-ea"/>
                <a:sym typeface="+mn-lt"/>
              </a:rPr>
              <a:t>2025年1月1日</a:t>
            </a:r>
            <a:endParaRPr lang="zh-CN" altLang="en-US" sz="1800" dirty="0">
              <a:solidFill>
                <a:schemeClr val="tx2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íṥ1iḑé"/>
          <p:cNvSpPr txBox="1"/>
          <p:nvPr/>
        </p:nvSpPr>
        <p:spPr>
          <a:xfrm>
            <a:off x="8857452" y="6438900"/>
            <a:ext cx="2661448" cy="215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lang="zh-CN" altLang="en-US" sz="100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F65B630-C7FF-41C0-9923-C5E5E29EED81}" type="slidenum">
              <a:rPr lang="en-US" altLang="zh-CN" smtClean="0">
                <a:cs typeface="+mn-ea"/>
                <a:sym typeface="+mn-lt"/>
              </a:rPr>
              <a:t>2</a:t>
            </a:fld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iŝḷîdè"/>
          <p:cNvSpPr/>
          <p:nvPr/>
        </p:nvSpPr>
        <p:spPr>
          <a:xfrm>
            <a:off x="1018140" y="939525"/>
            <a:ext cx="2723823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t" anchorCtr="0">
            <a:spAutoFit/>
          </a:bodyPr>
          <a:lstStyle/>
          <a:p>
            <a:r>
              <a:rPr kumimoji="1" lang="en-US" altLang="zh-CN" sz="3600" b="1" dirty="0">
                <a:solidFill>
                  <a:schemeClr val="accent1"/>
                </a:solidFill>
                <a:cs typeface="+mn-ea"/>
                <a:sym typeface="+mn-lt"/>
              </a:rPr>
              <a:t>CONTENTS</a:t>
            </a:r>
          </a:p>
        </p:txBody>
      </p:sp>
      <p:sp>
        <p:nvSpPr>
          <p:cNvPr id="24" name="í$ļîḓé"/>
          <p:cNvSpPr/>
          <p:nvPr/>
        </p:nvSpPr>
        <p:spPr>
          <a:xfrm>
            <a:off x="8558161" y="2160047"/>
            <a:ext cx="2537905" cy="253790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5"/>
              </a:solidFill>
              <a:cs typeface="+mn-ea"/>
              <a:sym typeface="+mn-lt"/>
            </a:endParaRPr>
          </a:p>
        </p:txBody>
      </p:sp>
      <p:sp>
        <p:nvSpPr>
          <p:cNvPr id="12" name="í$ļîḓé"/>
          <p:cNvSpPr/>
          <p:nvPr/>
        </p:nvSpPr>
        <p:spPr>
          <a:xfrm>
            <a:off x="6165202" y="2160047"/>
            <a:ext cx="2537905" cy="253790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5"/>
              </a:solidFill>
              <a:cs typeface="+mn-ea"/>
              <a:sym typeface="+mn-lt"/>
            </a:endParaRPr>
          </a:p>
        </p:txBody>
      </p:sp>
      <p:sp>
        <p:nvSpPr>
          <p:cNvPr id="14" name="iṥ1iḍe"/>
          <p:cNvSpPr/>
          <p:nvPr/>
        </p:nvSpPr>
        <p:spPr>
          <a:xfrm>
            <a:off x="6880160" y="3585740"/>
            <a:ext cx="1107996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t" anchorCtr="0">
            <a:spAutoFit/>
          </a:bodyPr>
          <a:lstStyle/>
          <a:p>
            <a:pPr algn="ctr"/>
            <a:r>
              <a:rPr kumimoji="1" lang="zh-CN" altLang="en-US" b="1" dirty="0">
                <a:solidFill>
                  <a:schemeClr val="accent4"/>
                </a:solidFill>
                <a:cs typeface="+mn-ea"/>
                <a:sym typeface="+mn-lt"/>
              </a:rPr>
              <a:t>流程分工</a:t>
            </a:r>
            <a:endParaRPr kumimoji="1" lang="en-US" altLang="zh-CN" b="1" dirty="0">
              <a:solidFill>
                <a:schemeClr val="accent4"/>
              </a:solidFill>
              <a:cs typeface="+mn-ea"/>
              <a:sym typeface="+mn-lt"/>
            </a:endParaRPr>
          </a:p>
        </p:txBody>
      </p:sp>
      <p:sp>
        <p:nvSpPr>
          <p:cNvPr id="15" name="îŝlïḓé"/>
          <p:cNvSpPr txBox="1"/>
          <p:nvPr/>
        </p:nvSpPr>
        <p:spPr>
          <a:xfrm>
            <a:off x="7027632" y="2853759"/>
            <a:ext cx="813043" cy="769441"/>
          </a:xfrm>
          <a:prstGeom prst="rect">
            <a:avLst/>
          </a:prstGeom>
          <a:noFill/>
        </p:spPr>
        <p:txBody>
          <a:bodyPr wrap="none" lIns="91440" tIns="45720" rIns="91440" bIns="45720" rtlCol="0" anchor="b" anchorCtr="1">
            <a:spAutoFit/>
          </a:bodyPr>
          <a:lstStyle/>
          <a:p>
            <a:pPr algn="ctr"/>
            <a:r>
              <a:rPr kumimoji="1" lang="en-US" altLang="zh-CN" sz="4400" b="1" dirty="0">
                <a:solidFill>
                  <a:schemeClr val="accent4"/>
                </a:solidFill>
                <a:cs typeface="+mn-ea"/>
                <a:sym typeface="+mn-lt"/>
              </a:rPr>
              <a:t>03</a:t>
            </a:r>
            <a:endParaRPr kumimoji="1" lang="zh-CN" altLang="en-US" sz="4400" b="1" dirty="0">
              <a:solidFill>
                <a:schemeClr val="accent4"/>
              </a:solidFill>
              <a:cs typeface="+mn-ea"/>
              <a:sym typeface="+mn-lt"/>
            </a:endParaRPr>
          </a:p>
        </p:txBody>
      </p:sp>
      <p:sp>
        <p:nvSpPr>
          <p:cNvPr id="25" name="iṥ1iḍe"/>
          <p:cNvSpPr/>
          <p:nvPr/>
        </p:nvSpPr>
        <p:spPr>
          <a:xfrm>
            <a:off x="9279524" y="3585740"/>
            <a:ext cx="1095172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t" anchorCtr="0">
            <a:spAutoFit/>
          </a:bodyPr>
          <a:lstStyle/>
          <a:p>
            <a:pPr algn="ctr"/>
            <a:r>
              <a:rPr kumimoji="1" lang="en-US" altLang="zh-CN" b="1" dirty="0">
                <a:solidFill>
                  <a:schemeClr val="accent4"/>
                </a:solidFill>
                <a:cs typeface="+mn-ea"/>
                <a:sym typeface="+mn-lt"/>
              </a:rPr>
              <a:t/>
            </a:r>
            <a:endParaRPr kumimoji="1" lang="en-US" altLang="zh-CN" b="1" dirty="0">
              <a:solidFill>
                <a:schemeClr val="accent4"/>
              </a:solidFill>
              <a:cs typeface="+mn-ea"/>
              <a:sym typeface="+mn-lt"/>
            </a:endParaRPr>
          </a:p>
        </p:txBody>
      </p:sp>
      <p:sp>
        <p:nvSpPr>
          <p:cNvPr id="26" name="îŝlïḓé"/>
          <p:cNvSpPr txBox="1"/>
          <p:nvPr/>
        </p:nvSpPr>
        <p:spPr>
          <a:xfrm>
            <a:off x="9420591" y="2869607"/>
            <a:ext cx="813043" cy="769441"/>
          </a:xfrm>
          <a:prstGeom prst="rect">
            <a:avLst/>
          </a:prstGeom>
          <a:noFill/>
        </p:spPr>
        <p:txBody>
          <a:bodyPr wrap="none" lIns="91440" tIns="45720" rIns="91440" bIns="45720" rtlCol="0" anchor="b" anchorCtr="1">
            <a:spAutoFit/>
          </a:bodyPr>
          <a:lstStyle/>
          <a:p>
            <a:pPr algn="ctr"/>
            <a:r>
              <a:rPr kumimoji="1" lang="en-US" altLang="zh-CN" sz="4400" b="1" dirty="0">
                <a:solidFill>
                  <a:schemeClr val="accent4"/>
                </a:solidFill>
                <a:cs typeface="+mn-ea"/>
                <a:sym typeface="+mn-lt"/>
              </a:rPr>
              <a:t>04</a:t>
            </a:r>
            <a:endParaRPr kumimoji="1" lang="zh-CN" altLang="en-US" sz="4400" b="1" dirty="0">
              <a:solidFill>
                <a:schemeClr val="accent4"/>
              </a:solidFill>
              <a:cs typeface="+mn-ea"/>
              <a:sym typeface="+mn-lt"/>
            </a:endParaRPr>
          </a:p>
        </p:txBody>
      </p:sp>
      <p:sp>
        <p:nvSpPr>
          <p:cNvPr id="20" name="íṧḷîḍé"/>
          <p:cNvSpPr/>
          <p:nvPr/>
        </p:nvSpPr>
        <p:spPr>
          <a:xfrm>
            <a:off x="1089392" y="2160047"/>
            <a:ext cx="2537905" cy="253790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3"/>
              </a:solidFill>
              <a:cs typeface="+mn-ea"/>
              <a:sym typeface="+mn-lt"/>
            </a:endParaRPr>
          </a:p>
        </p:txBody>
      </p:sp>
      <p:grpSp>
        <p:nvGrpSpPr>
          <p:cNvPr id="21" name="íṣ1iḍé"/>
          <p:cNvGrpSpPr/>
          <p:nvPr/>
        </p:nvGrpSpPr>
        <p:grpSpPr>
          <a:xfrm>
            <a:off x="1458097" y="2816302"/>
            <a:ext cx="1800493" cy="1138773"/>
            <a:chOff x="2642147" y="1667020"/>
            <a:chExt cx="1550581" cy="980709"/>
          </a:xfrm>
        </p:grpSpPr>
        <p:sp>
          <p:nvSpPr>
            <p:cNvPr id="22" name="îṣļïḋè"/>
            <p:cNvSpPr/>
            <p:nvPr/>
          </p:nvSpPr>
          <p:spPr>
            <a:xfrm>
              <a:off x="2642147" y="2329661"/>
              <a:ext cx="1550581" cy="3180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t" anchorCtr="0">
              <a:spAutoFit/>
            </a:bodyPr>
            <a:lstStyle/>
            <a:p>
              <a:pPr algn="ctr"/>
              <a:r>
                <a:rPr kumimoji="1" lang="zh-CN" altLang="en-US" b="1" dirty="0">
                  <a:solidFill>
                    <a:schemeClr val="bg1"/>
                  </a:solidFill>
                  <a:cs typeface="+mn-ea"/>
                  <a:sym typeface="+mn-lt"/>
                </a:rPr>
                <a:t>活动概述</a:t>
              </a:r>
              <a:endParaRPr kumimoji="1" lang="en-US" altLang="zh-CN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3" name="îš1íḓê"/>
            <p:cNvSpPr txBox="1"/>
            <p:nvPr/>
          </p:nvSpPr>
          <p:spPr>
            <a:xfrm>
              <a:off x="3067342" y="1667020"/>
              <a:ext cx="700191" cy="662641"/>
            </a:xfrm>
            <a:prstGeom prst="rect">
              <a:avLst/>
            </a:prstGeom>
            <a:noFill/>
          </p:spPr>
          <p:txBody>
            <a:bodyPr wrap="none" lIns="91440" tIns="45720" rIns="91440" bIns="45720" rtlCol="0" anchor="b" anchorCtr="1">
              <a:spAutoFit/>
            </a:bodyPr>
            <a:lstStyle/>
            <a:p>
              <a:pPr algn="ctr"/>
              <a:r>
                <a:rPr kumimoji="1" lang="en-US" altLang="zh-CN" sz="4400" b="1" dirty="0">
                  <a:solidFill>
                    <a:schemeClr val="bg1"/>
                  </a:solidFill>
                  <a:cs typeface="+mn-ea"/>
                  <a:sym typeface="+mn-lt"/>
                </a:rPr>
                <a:t>01</a:t>
              </a:r>
              <a:endParaRPr kumimoji="1" lang="zh-CN" altLang="en-US" sz="44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7" name="i$ļiḋè"/>
          <p:cNvSpPr/>
          <p:nvPr/>
        </p:nvSpPr>
        <p:spPr>
          <a:xfrm>
            <a:off x="3627297" y="2160047"/>
            <a:ext cx="2537905" cy="253790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5"/>
              </a:solidFill>
              <a:cs typeface="+mn-ea"/>
              <a:sym typeface="+mn-lt"/>
            </a:endParaRPr>
          </a:p>
        </p:txBody>
      </p:sp>
      <p:grpSp>
        <p:nvGrpSpPr>
          <p:cNvPr id="8" name="îśļîḑé"/>
          <p:cNvGrpSpPr/>
          <p:nvPr/>
        </p:nvGrpSpPr>
        <p:grpSpPr>
          <a:xfrm>
            <a:off x="4006936" y="2816302"/>
            <a:ext cx="1800493" cy="1138773"/>
            <a:chOff x="2651563" y="1667020"/>
            <a:chExt cx="1550581" cy="980709"/>
          </a:xfrm>
        </p:grpSpPr>
        <p:sp>
          <p:nvSpPr>
            <p:cNvPr id="9" name="ísḻidé"/>
            <p:cNvSpPr/>
            <p:nvPr/>
          </p:nvSpPr>
          <p:spPr>
            <a:xfrm>
              <a:off x="2651563" y="2329661"/>
              <a:ext cx="1550581" cy="3180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t" anchorCtr="0">
              <a:spAutoFit/>
            </a:bodyPr>
            <a:lstStyle/>
            <a:p>
              <a:pPr algn="ctr"/>
              <a:r>
                <a:rPr kumimoji="1" lang="zh-CN" altLang="en-US" b="1" dirty="0">
                  <a:solidFill>
                    <a:schemeClr val="accent4"/>
                  </a:solidFill>
                  <a:cs typeface="+mn-ea"/>
                  <a:sym typeface="+mn-lt"/>
                </a:rPr>
                <a:t>节目安排</a:t>
              </a:r>
              <a:endParaRPr kumimoji="1" lang="en-US" altLang="zh-CN" b="1" dirty="0">
                <a:solidFill>
                  <a:schemeClr val="accent4"/>
                </a:solidFill>
                <a:cs typeface="+mn-ea"/>
                <a:sym typeface="+mn-lt"/>
              </a:endParaRPr>
            </a:p>
          </p:txBody>
        </p:sp>
        <p:sp>
          <p:nvSpPr>
            <p:cNvPr id="10" name="îśḻîḋè"/>
            <p:cNvSpPr txBox="1"/>
            <p:nvPr/>
          </p:nvSpPr>
          <p:spPr>
            <a:xfrm>
              <a:off x="3067341" y="1667020"/>
              <a:ext cx="700191" cy="662641"/>
            </a:xfrm>
            <a:prstGeom prst="rect">
              <a:avLst/>
            </a:prstGeom>
            <a:noFill/>
          </p:spPr>
          <p:txBody>
            <a:bodyPr wrap="none" lIns="91440" tIns="45720" rIns="91440" bIns="45720" rtlCol="0" anchor="b" anchorCtr="1">
              <a:spAutoFit/>
            </a:bodyPr>
            <a:lstStyle/>
            <a:p>
              <a:pPr algn="ctr"/>
              <a:r>
                <a:rPr kumimoji="1" lang="en-US" altLang="zh-CN" sz="4400" b="1" dirty="0">
                  <a:solidFill>
                    <a:schemeClr val="accent4"/>
                  </a:solidFill>
                  <a:cs typeface="+mn-ea"/>
                  <a:sym typeface="+mn-lt"/>
                </a:rPr>
                <a:t>02</a:t>
              </a:r>
              <a:endParaRPr kumimoji="1" lang="zh-CN" altLang="en-US" sz="4400" b="1" dirty="0">
                <a:solidFill>
                  <a:schemeClr val="accent4"/>
                </a:solidFill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" name="îsḷíḍê"/>
          <p:cNvSpPr/>
          <p:nvPr/>
        </p:nvSpPr>
        <p:spPr>
          <a:xfrm>
            <a:off x="10973954" y="3790950"/>
            <a:ext cx="587664" cy="30575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ïŝḻíďé"/>
          <p:cNvSpPr>
            <a:spLocks noGrp="1"/>
          </p:cNvSpPr>
          <p:nvPr>
            <p:ph type="title"/>
          </p:nvPr>
        </p:nvSpPr>
        <p:spPr>
          <a:xfrm>
            <a:off x="660400" y="2628576"/>
            <a:ext cx="5731164" cy="2048037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活动概述</a:t>
            </a:r>
          </a:p>
        </p:txBody>
      </p:sp>
      <p:sp>
        <p:nvSpPr>
          <p:cNvPr id="10" name="îš1iḋê"/>
          <p:cNvSpPr txBox="1"/>
          <p:nvPr/>
        </p:nvSpPr>
        <p:spPr>
          <a:xfrm>
            <a:off x="1033236" y="1028701"/>
            <a:ext cx="3576864" cy="16954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GB" altLang="zh-CN" sz="9600" dirty="0">
                <a:latin typeface="+mn-lt"/>
                <a:ea typeface="+mn-ea"/>
                <a:cs typeface="+mn-ea"/>
                <a:sym typeface="+mn-lt"/>
              </a:rPr>
              <a:t>01</a:t>
            </a:r>
            <a:endParaRPr lang="en-GB" sz="9600" dirty="0"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1" name="íṩľîḑe"/>
          <p:cNvCxnSpPr/>
          <p:nvPr/>
        </p:nvCxnSpPr>
        <p:spPr>
          <a:xfrm>
            <a:off x="660400" y="5305425"/>
            <a:ext cx="9836150" cy="0"/>
          </a:xfrm>
          <a:prstGeom prst="line">
            <a:avLst/>
          </a:prstGeom>
          <a:ln w="508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ïslîdé"/>
          <p:cNvCxnSpPr/>
          <p:nvPr/>
        </p:nvCxnSpPr>
        <p:spPr>
          <a:xfrm>
            <a:off x="655411" y="5305425"/>
            <a:ext cx="1116239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" name="îşľîḍé"/>
          <p:cNvGrpSpPr>
            <a:grpSpLocks noChangeAspect="1"/>
          </p:cNvGrpSpPr>
          <p:nvPr/>
        </p:nvGrpSpPr>
        <p:grpSpPr>
          <a:xfrm>
            <a:off x="496800" y="1185902"/>
            <a:ext cx="11122043" cy="4801461"/>
            <a:chOff x="660400" y="1273064"/>
            <a:chExt cx="10935618" cy="4861036"/>
          </a:xfrm>
        </p:grpSpPr>
        <p:graphicFrame>
          <p:nvGraphicFramePr>
            <p:cNvPr id="5" name="iṥļîḍé"/>
            <p:cNvGraphicFramePr/>
            <p:nvPr/>
          </p:nvGraphicFramePr>
          <p:xfrm>
            <a:off x="660400" y="3117773"/>
            <a:ext cx="10935618" cy="3016327"/>
          </p:xfrm>
          <a:graphic>
            <a:graphicData uri="http://schemas.openxmlformats.org/drawingml/2006/chart">
              <c:chart xmlns:c="http://schemas.openxmlformats.org/drawingml/2006/chart" r:id="rId2"/>
            </a:graphicData>
          </a:graphic>
        </p:graphicFrame>
        <p:grpSp>
          <p:nvGrpSpPr>
            <p:cNvPr id="6" name="iṧlíďè"/>
            <p:cNvGrpSpPr/>
            <p:nvPr/>
          </p:nvGrpSpPr>
          <p:grpSpPr>
            <a:xfrm>
              <a:off x="9590889" y="1354602"/>
              <a:ext cx="1712971" cy="667920"/>
              <a:chOff x="1471673" y="2774873"/>
              <a:chExt cx="1712971" cy="667920"/>
            </a:xfrm>
          </p:grpSpPr>
          <p:sp>
            <p:nvSpPr>
              <p:cNvPr id="9" name="ïṣḻîdê"/>
              <p:cNvSpPr/>
              <p:nvPr/>
            </p:nvSpPr>
            <p:spPr>
              <a:xfrm>
                <a:off x="1471673" y="2810428"/>
                <a:ext cx="190500" cy="19050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" name="îṧļíďê"/>
              <p:cNvSpPr/>
              <p:nvPr/>
            </p:nvSpPr>
            <p:spPr>
              <a:xfrm>
                <a:off x="1509752" y="2866835"/>
                <a:ext cx="114343" cy="77687"/>
              </a:xfrm>
              <a:custGeom>
                <a:avLst/>
                <a:gdLst>
                  <a:gd name="T0" fmla="*/ 4388 w 11977"/>
                  <a:gd name="T1" fmla="*/ 6949 h 8137"/>
                  <a:gd name="T2" fmla="*/ 823 w 11977"/>
                  <a:gd name="T3" fmla="*/ 3292 h 8137"/>
                  <a:gd name="T4" fmla="*/ 183 w 11977"/>
                  <a:gd name="T5" fmla="*/ 3292 h 8137"/>
                  <a:gd name="T6" fmla="*/ 183 w 11977"/>
                  <a:gd name="T7" fmla="*/ 4023 h 8137"/>
                  <a:gd name="T8" fmla="*/ 4023 w 11977"/>
                  <a:gd name="T9" fmla="*/ 7863 h 8137"/>
                  <a:gd name="T10" fmla="*/ 4663 w 11977"/>
                  <a:gd name="T11" fmla="*/ 7955 h 8137"/>
                  <a:gd name="T12" fmla="*/ 11794 w 11977"/>
                  <a:gd name="T13" fmla="*/ 823 h 8137"/>
                  <a:gd name="T14" fmla="*/ 11794 w 11977"/>
                  <a:gd name="T15" fmla="*/ 183 h 8137"/>
                  <a:gd name="T16" fmla="*/ 11154 w 11977"/>
                  <a:gd name="T17" fmla="*/ 183 h 8137"/>
                  <a:gd name="T18" fmla="*/ 4388 w 11977"/>
                  <a:gd name="T19" fmla="*/ 6949 h 8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977" h="8137">
                    <a:moveTo>
                      <a:pt x="4388" y="6949"/>
                    </a:moveTo>
                    <a:lnTo>
                      <a:pt x="823" y="3292"/>
                    </a:lnTo>
                    <a:cubicBezTo>
                      <a:pt x="640" y="3109"/>
                      <a:pt x="365" y="3109"/>
                      <a:pt x="183" y="3292"/>
                    </a:cubicBezTo>
                    <a:cubicBezTo>
                      <a:pt x="0" y="3475"/>
                      <a:pt x="0" y="3840"/>
                      <a:pt x="183" y="4023"/>
                    </a:cubicBezTo>
                    <a:lnTo>
                      <a:pt x="4023" y="7863"/>
                    </a:lnTo>
                    <a:cubicBezTo>
                      <a:pt x="4205" y="8137"/>
                      <a:pt x="4480" y="8137"/>
                      <a:pt x="4663" y="7955"/>
                    </a:cubicBezTo>
                    <a:lnTo>
                      <a:pt x="11794" y="823"/>
                    </a:lnTo>
                    <a:cubicBezTo>
                      <a:pt x="11977" y="640"/>
                      <a:pt x="11977" y="366"/>
                      <a:pt x="11794" y="183"/>
                    </a:cubicBezTo>
                    <a:cubicBezTo>
                      <a:pt x="11611" y="0"/>
                      <a:pt x="11337" y="0"/>
                      <a:pt x="11154" y="183"/>
                    </a:cubicBezTo>
                    <a:lnTo>
                      <a:pt x="4388" y="694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1" name="íṥḻîḓe"/>
              <p:cNvSpPr txBox="1"/>
              <p:nvPr/>
            </p:nvSpPr>
            <p:spPr>
              <a:xfrm>
                <a:off x="1732002" y="2774873"/>
                <a:ext cx="145264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00" dirty="0">
                    <a:cs typeface="+mn-ea"/>
                    <a:sym typeface="+mn-lt"/>
                  </a:rPr>
                  <a:t>Supporting text here</a:t>
                </a:r>
              </a:p>
            </p:txBody>
          </p:sp>
          <p:sp>
            <p:nvSpPr>
              <p:cNvPr id="12" name="îṣ1ïdé"/>
              <p:cNvSpPr/>
              <p:nvPr/>
            </p:nvSpPr>
            <p:spPr>
              <a:xfrm>
                <a:off x="1471673" y="3216738"/>
                <a:ext cx="190500" cy="19050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" name="íṩḷîḋê"/>
              <p:cNvSpPr/>
              <p:nvPr/>
            </p:nvSpPr>
            <p:spPr>
              <a:xfrm>
                <a:off x="1509752" y="3273145"/>
                <a:ext cx="114343" cy="77687"/>
              </a:xfrm>
              <a:custGeom>
                <a:avLst/>
                <a:gdLst>
                  <a:gd name="T0" fmla="*/ 4388 w 11977"/>
                  <a:gd name="T1" fmla="*/ 6949 h 8137"/>
                  <a:gd name="T2" fmla="*/ 823 w 11977"/>
                  <a:gd name="T3" fmla="*/ 3292 h 8137"/>
                  <a:gd name="T4" fmla="*/ 183 w 11977"/>
                  <a:gd name="T5" fmla="*/ 3292 h 8137"/>
                  <a:gd name="T6" fmla="*/ 183 w 11977"/>
                  <a:gd name="T7" fmla="*/ 4023 h 8137"/>
                  <a:gd name="T8" fmla="*/ 4023 w 11977"/>
                  <a:gd name="T9" fmla="*/ 7863 h 8137"/>
                  <a:gd name="T10" fmla="*/ 4663 w 11977"/>
                  <a:gd name="T11" fmla="*/ 7955 h 8137"/>
                  <a:gd name="T12" fmla="*/ 11794 w 11977"/>
                  <a:gd name="T13" fmla="*/ 823 h 8137"/>
                  <a:gd name="T14" fmla="*/ 11794 w 11977"/>
                  <a:gd name="T15" fmla="*/ 183 h 8137"/>
                  <a:gd name="T16" fmla="*/ 11154 w 11977"/>
                  <a:gd name="T17" fmla="*/ 183 h 8137"/>
                  <a:gd name="T18" fmla="*/ 4388 w 11977"/>
                  <a:gd name="T19" fmla="*/ 6949 h 8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977" h="8137">
                    <a:moveTo>
                      <a:pt x="4388" y="6949"/>
                    </a:moveTo>
                    <a:lnTo>
                      <a:pt x="823" y="3292"/>
                    </a:lnTo>
                    <a:cubicBezTo>
                      <a:pt x="640" y="3109"/>
                      <a:pt x="365" y="3109"/>
                      <a:pt x="183" y="3292"/>
                    </a:cubicBezTo>
                    <a:cubicBezTo>
                      <a:pt x="0" y="3475"/>
                      <a:pt x="0" y="3840"/>
                      <a:pt x="183" y="4023"/>
                    </a:cubicBezTo>
                    <a:lnTo>
                      <a:pt x="4023" y="7863"/>
                    </a:lnTo>
                    <a:cubicBezTo>
                      <a:pt x="4205" y="8137"/>
                      <a:pt x="4480" y="8137"/>
                      <a:pt x="4663" y="7955"/>
                    </a:cubicBezTo>
                    <a:lnTo>
                      <a:pt x="11794" y="823"/>
                    </a:lnTo>
                    <a:cubicBezTo>
                      <a:pt x="11977" y="640"/>
                      <a:pt x="11977" y="366"/>
                      <a:pt x="11794" y="183"/>
                    </a:cubicBezTo>
                    <a:cubicBezTo>
                      <a:pt x="11611" y="0"/>
                      <a:pt x="11337" y="0"/>
                      <a:pt x="11154" y="183"/>
                    </a:cubicBezTo>
                    <a:lnTo>
                      <a:pt x="4388" y="694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14" name="ïṧḷiḓê"/>
              <p:cNvSpPr txBox="1"/>
              <p:nvPr/>
            </p:nvSpPr>
            <p:spPr>
              <a:xfrm>
                <a:off x="1732002" y="3181183"/>
                <a:ext cx="779381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00" dirty="0">
                    <a:cs typeface="+mn-ea"/>
                    <a:sym typeface="+mn-lt"/>
                  </a:rPr>
                  <a:t>Text here</a:t>
                </a:r>
              </a:p>
            </p:txBody>
          </p:sp>
        </p:grpSp>
        <p:sp>
          <p:nvSpPr>
            <p:cNvPr id="7" name="ïšḻîdé"/>
            <p:cNvSpPr txBox="1"/>
            <p:nvPr/>
          </p:nvSpPr>
          <p:spPr>
            <a:xfrm>
              <a:off x="660400" y="1273064"/>
              <a:ext cx="7228118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cs typeface="+mn-ea"/>
                  <a:sym typeface="+mn-lt"/>
                </a:rPr>
                <a:t>丰富员工文化生活，增强团队凝聚力，营造欢乐祥和的节日氛围</a:t>
              </a:r>
            </a:p>
          </p:txBody>
        </p:sp>
        <p:sp>
          <p:nvSpPr>
            <p:cNvPr id="8" name="iŝļïḍê"/>
            <p:cNvSpPr txBox="1"/>
            <p:nvPr/>
          </p:nvSpPr>
          <p:spPr>
            <a:xfrm>
              <a:off x="660400" y="2076800"/>
              <a:ext cx="7228118" cy="5471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en-US" altLang="zh-CN" sz="1050" dirty="0">
                  <a:solidFill>
                    <a:schemeClr val="accent5"/>
                  </a:solidFill>
                  <a:cs typeface="+mn-ea"/>
                  <a:sym typeface="+mn-lt"/>
                </a:rPr>
                <a:t>2025年1月1日 14:00，公司多功能报告厅</a:t>
              </a: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496800" y="202138"/>
            <a:ext cx="444634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olidFill>
                  <a:schemeClr val="tx2"/>
                </a:solidFill>
                <a:sym typeface="+mn-lt"/>
              </a:rPr>
              <a:t>活动目的</a:t>
            </a:r>
            <a:endParaRPr lang="en-US" altLang="zh-CN" dirty="0">
              <a:sym typeface="+mn-lt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" name="îsḷíḍê"/>
          <p:cNvSpPr/>
          <p:nvPr/>
        </p:nvSpPr>
        <p:spPr>
          <a:xfrm>
            <a:off x="10973954" y="3790950"/>
            <a:ext cx="587664" cy="30575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ïŝḻíďé"/>
          <p:cNvSpPr>
            <a:spLocks noGrp="1"/>
          </p:cNvSpPr>
          <p:nvPr>
            <p:ph type="title"/>
          </p:nvPr>
        </p:nvSpPr>
        <p:spPr>
          <a:xfrm>
            <a:off x="660400" y="2628576"/>
            <a:ext cx="5731164" cy="2048037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节目安排</a:t>
            </a:r>
          </a:p>
        </p:txBody>
      </p:sp>
      <p:sp>
        <p:nvSpPr>
          <p:cNvPr id="10" name="îš1iḋê"/>
          <p:cNvSpPr txBox="1"/>
          <p:nvPr/>
        </p:nvSpPr>
        <p:spPr>
          <a:xfrm>
            <a:off x="1033236" y="1028701"/>
            <a:ext cx="3576864" cy="16954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GB" altLang="zh-CN" sz="9600" dirty="0">
                <a:latin typeface="+mn-lt"/>
                <a:ea typeface="+mn-ea"/>
                <a:cs typeface="+mn-ea"/>
                <a:sym typeface="+mn-lt"/>
              </a:rPr>
              <a:t>02</a:t>
            </a:r>
            <a:endParaRPr lang="en-GB" sz="9600" dirty="0"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1" name="íṩľîḑe"/>
          <p:cNvCxnSpPr/>
          <p:nvPr/>
        </p:nvCxnSpPr>
        <p:spPr>
          <a:xfrm>
            <a:off x="660400" y="5305425"/>
            <a:ext cx="9836150" cy="0"/>
          </a:xfrm>
          <a:prstGeom prst="line">
            <a:avLst/>
          </a:prstGeom>
          <a:ln w="508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ïslîdé"/>
          <p:cNvCxnSpPr/>
          <p:nvPr/>
        </p:nvCxnSpPr>
        <p:spPr>
          <a:xfrm>
            <a:off x="655411" y="5305425"/>
            <a:ext cx="1116239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" name="ïSḷïḍé"/>
          <p:cNvGrpSpPr>
            <a:grpSpLocks noChangeAspect="1"/>
          </p:cNvGrpSpPr>
          <p:nvPr/>
        </p:nvGrpSpPr>
        <p:grpSpPr>
          <a:xfrm>
            <a:off x="666750" y="952023"/>
            <a:ext cx="10858500" cy="4953955"/>
            <a:chOff x="666750" y="945618"/>
            <a:chExt cx="10858500" cy="4953955"/>
          </a:xfrm>
        </p:grpSpPr>
        <p:graphicFrame>
          <p:nvGraphicFramePr>
            <p:cNvPr id="5" name="îşḻídê"/>
            <p:cNvGraphicFramePr/>
            <p:nvPr/>
          </p:nvGraphicFramePr>
          <p:xfrm>
            <a:off x="666750" y="945618"/>
            <a:ext cx="10858500" cy="3326232"/>
          </p:xfrm>
          <a:graphic>
            <a:graphicData uri="http://schemas.openxmlformats.org/drawingml/2006/chart">
              <c:chart xmlns:c="http://schemas.openxmlformats.org/drawingml/2006/chart" r:id="rId2"/>
            </a:graphicData>
          </a:graphic>
        </p:graphicFrame>
        <p:sp>
          <p:nvSpPr>
            <p:cNvPr id="6" name="isļíḑé"/>
            <p:cNvSpPr txBox="1"/>
            <p:nvPr/>
          </p:nvSpPr>
          <p:spPr>
            <a:xfrm>
              <a:off x="751653" y="4633744"/>
              <a:ext cx="390850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cs typeface="+mn-ea"/>
                  <a:sym typeface="+mn-lt"/>
                </a:rPr>
                <a:t>Supporting text Here.</a:t>
              </a:r>
            </a:p>
          </p:txBody>
        </p:sp>
        <p:sp>
          <p:nvSpPr>
            <p:cNvPr id="7" name="iśḷîdè"/>
            <p:cNvSpPr txBox="1"/>
            <p:nvPr/>
          </p:nvSpPr>
          <p:spPr>
            <a:xfrm>
              <a:off x="751653" y="5352436"/>
              <a:ext cx="3908504" cy="5471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en-GB" altLang="zh-CN" sz="1050" dirty="0">
                  <a:solidFill>
                    <a:schemeClr val="accent5"/>
                  </a:solidFill>
                  <a:cs typeface="+mn-ea"/>
                  <a:sym typeface="+mn-lt"/>
                </a:rPr>
                <a:t>各部门提前两周报送节目单，由筹备组统一审核筛选，确保节目质量与时长控制</a:t>
              </a:r>
            </a:p>
          </p:txBody>
        </p:sp>
        <p:sp>
          <p:nvSpPr>
            <p:cNvPr id="8" name="íṣḷídé"/>
            <p:cNvSpPr txBox="1"/>
            <p:nvPr/>
          </p:nvSpPr>
          <p:spPr>
            <a:xfrm>
              <a:off x="3758293" y="1589519"/>
              <a:ext cx="1591886" cy="3047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defTabSz="913765">
                <a:lnSpc>
                  <a:spcPct val="150000"/>
                </a:lnSpc>
                <a:buSzPct val="25000"/>
                <a:defRPr/>
              </a:pPr>
              <a:r>
                <a:rPr lang="en-US" altLang="zh-CN" sz="1050" dirty="0">
                  <a:solidFill>
                    <a:schemeClr val="accent5"/>
                  </a:solidFill>
                  <a:cs typeface="+mn-ea"/>
                  <a:sym typeface="+mn-lt"/>
                </a:rPr>
                <a:t>Supporting text here</a:t>
              </a:r>
            </a:p>
          </p:txBody>
        </p:sp>
        <p:sp>
          <p:nvSpPr>
            <p:cNvPr id="9" name="iṩ1îḑè"/>
            <p:cNvSpPr txBox="1"/>
            <p:nvPr/>
          </p:nvSpPr>
          <p:spPr>
            <a:xfrm>
              <a:off x="3764538" y="1227193"/>
              <a:ext cx="158564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b="1" dirty="0">
                  <a:cs typeface="+mn-ea"/>
                  <a:sym typeface="+mn-lt"/>
                </a:rPr>
                <a:t>节目审核</a:t>
              </a:r>
            </a:p>
          </p:txBody>
        </p:sp>
        <p:cxnSp>
          <p:nvCxnSpPr>
            <p:cNvPr id="10" name="ïŝḻïďe"/>
            <p:cNvCxnSpPr/>
            <p:nvPr/>
          </p:nvCxnSpPr>
          <p:spPr>
            <a:xfrm flipV="1">
              <a:off x="5482403" y="1333041"/>
              <a:ext cx="0" cy="776199"/>
            </a:xfrm>
            <a:prstGeom prst="line">
              <a:avLst/>
            </a:prstGeom>
            <a:ln w="19050">
              <a:solidFill>
                <a:schemeClr val="accent5"/>
              </a:solidFill>
              <a:headEnd type="none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1" name="îśliḑé"/>
            <p:cNvGraphicFramePr/>
            <p:nvPr/>
          </p:nvGraphicFramePr>
          <p:xfrm>
            <a:off x="7424796" y="4296901"/>
            <a:ext cx="1673678" cy="1600199"/>
          </p:xfrm>
          <a:graphic>
            <a:graphicData uri="http://schemas.openxmlformats.org/drawingml/2006/chart">
              <c:chart xmlns:c="http://schemas.openxmlformats.org/drawingml/2006/chart" r:id="rId3"/>
            </a:graphicData>
          </a:graphic>
        </p:graphicFrame>
        <p:graphicFrame>
          <p:nvGraphicFramePr>
            <p:cNvPr id="12" name="išḷíde"/>
            <p:cNvGraphicFramePr/>
            <p:nvPr/>
          </p:nvGraphicFramePr>
          <p:xfrm>
            <a:off x="9667422" y="4296901"/>
            <a:ext cx="1673678" cy="1600199"/>
          </p:xfrm>
          <a:graphic>
            <a:graphicData uri="http://schemas.openxmlformats.org/drawingml/2006/chart">
              <c:chart xmlns:c="http://schemas.openxmlformats.org/drawingml/2006/chart" r:id="rId4"/>
            </a:graphicData>
          </a:graphic>
        </p:graphicFrame>
      </p:grpSp>
      <p:sp>
        <p:nvSpPr>
          <p:cNvPr id="13" name="文本框 12"/>
          <p:cNvSpPr txBox="1"/>
          <p:nvPr/>
        </p:nvSpPr>
        <p:spPr>
          <a:xfrm>
            <a:off x="496800" y="202138"/>
            <a:ext cx="444634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olidFill>
                  <a:schemeClr val="tx2"/>
                </a:solidFill>
                <a:sym typeface="+mn-lt"/>
              </a:rPr>
              <a:t>节目类型</a:t>
            </a:r>
            <a:endParaRPr lang="en-US" altLang="zh-CN" dirty="0">
              <a:sym typeface="+mn-lt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" name="îsḷíḍê"/>
          <p:cNvSpPr/>
          <p:nvPr/>
        </p:nvSpPr>
        <p:spPr>
          <a:xfrm>
            <a:off x="10973954" y="3790950"/>
            <a:ext cx="587664" cy="30575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ïŝḻíďé"/>
          <p:cNvSpPr>
            <a:spLocks noGrp="1"/>
          </p:cNvSpPr>
          <p:nvPr>
            <p:ph type="title"/>
          </p:nvPr>
        </p:nvSpPr>
        <p:spPr>
          <a:xfrm>
            <a:off x="660400" y="2628576"/>
            <a:ext cx="5731164" cy="2048037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流程与分工</a:t>
            </a:r>
          </a:p>
        </p:txBody>
      </p:sp>
      <p:sp>
        <p:nvSpPr>
          <p:cNvPr id="10" name="îš1iḋê"/>
          <p:cNvSpPr txBox="1"/>
          <p:nvPr/>
        </p:nvSpPr>
        <p:spPr>
          <a:xfrm>
            <a:off x="1033236" y="1028701"/>
            <a:ext cx="3576864" cy="16954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GB" altLang="zh-CN" sz="9600" dirty="0">
                <a:latin typeface="+mn-lt"/>
                <a:ea typeface="+mn-ea"/>
                <a:cs typeface="+mn-ea"/>
                <a:sym typeface="+mn-lt"/>
              </a:rPr>
              <a:t>03</a:t>
            </a:r>
            <a:endParaRPr lang="en-GB" sz="9600" dirty="0"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1" name="íṩľîḑe"/>
          <p:cNvCxnSpPr/>
          <p:nvPr/>
        </p:nvCxnSpPr>
        <p:spPr>
          <a:xfrm>
            <a:off x="660400" y="5305425"/>
            <a:ext cx="9836150" cy="0"/>
          </a:xfrm>
          <a:prstGeom prst="line">
            <a:avLst/>
          </a:prstGeom>
          <a:ln w="508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ïslîdé"/>
          <p:cNvCxnSpPr/>
          <p:nvPr/>
        </p:nvCxnSpPr>
        <p:spPr>
          <a:xfrm>
            <a:off x="655411" y="5305425"/>
            <a:ext cx="1116239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" name="iśḻiḑê"/>
          <p:cNvGrpSpPr/>
          <p:nvPr/>
        </p:nvGrpSpPr>
        <p:grpSpPr>
          <a:xfrm>
            <a:off x="4959349" y="3688671"/>
            <a:ext cx="6232525" cy="2311399"/>
            <a:chOff x="4825999" y="3688671"/>
            <a:chExt cx="6232525" cy="2311399"/>
          </a:xfrm>
        </p:grpSpPr>
        <p:grpSp>
          <p:nvGrpSpPr>
            <p:cNvPr id="12" name="íşļíḓè"/>
            <p:cNvGrpSpPr/>
            <p:nvPr/>
          </p:nvGrpSpPr>
          <p:grpSpPr>
            <a:xfrm>
              <a:off x="4825999" y="3688671"/>
              <a:ext cx="6232525" cy="2311399"/>
              <a:chOff x="660399" y="3048000"/>
              <a:chExt cx="6232525" cy="2311399"/>
            </a:xfrm>
          </p:grpSpPr>
          <p:sp>
            <p:nvSpPr>
              <p:cNvPr id="14" name="ïŝ1ïďé"/>
              <p:cNvSpPr/>
              <p:nvPr/>
            </p:nvSpPr>
            <p:spPr>
              <a:xfrm>
                <a:off x="660399" y="3048000"/>
                <a:ext cx="6232525" cy="2311399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dirty="0">
                  <a:cs typeface="+mn-ea"/>
                  <a:sym typeface="+mn-lt"/>
                </a:endParaRPr>
              </a:p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5" name="ïš1íḓê"/>
              <p:cNvSpPr txBox="1"/>
              <p:nvPr/>
            </p:nvSpPr>
            <p:spPr>
              <a:xfrm>
                <a:off x="1237424" y="3870351"/>
                <a:ext cx="4558231" cy="6141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>
                  <a:buSzPct val="25000"/>
                </a:pPr>
                <a:r>
                  <a:rPr lang="en-US" altLang="zh-CN" sz="1600" b="1" dirty="0">
                    <a:cs typeface="+mn-ea"/>
                    <a:sym typeface="+mn-lt"/>
                  </a:rPr>
                  <a:t>Supporting text here.</a:t>
                </a:r>
              </a:p>
            </p:txBody>
          </p:sp>
          <p:sp>
            <p:nvSpPr>
              <p:cNvPr id="16" name="íŝļiḍe"/>
              <p:cNvSpPr txBox="1"/>
              <p:nvPr/>
            </p:nvSpPr>
            <p:spPr>
              <a:xfrm>
                <a:off x="1237424" y="4420980"/>
                <a:ext cx="4558231" cy="8749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5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策划组负责节目编排，后勤组负责场地布置与物资采购，技术组负责音响灯光</a:t>
                </a:r>
              </a:p>
            </p:txBody>
          </p:sp>
          <p:sp>
            <p:nvSpPr>
              <p:cNvPr id="17" name="iṩ1îḓe"/>
              <p:cNvSpPr/>
              <p:nvPr/>
            </p:nvSpPr>
            <p:spPr>
              <a:xfrm>
                <a:off x="660400" y="3048000"/>
                <a:ext cx="76874" cy="2311399"/>
              </a:xfrm>
              <a:prstGeom prst="rect">
                <a:avLst/>
              </a:prstGeom>
              <a:solidFill>
                <a:schemeClr val="accent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4400"/>
                <a:endParaRPr lang="zh-CN" altLang="en-US" sz="2000" b="1" dirty="0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13" name="ïŝḻiḑê"/>
            <p:cNvSpPr txBox="1"/>
            <p:nvPr/>
          </p:nvSpPr>
          <p:spPr>
            <a:xfrm>
              <a:off x="5403024" y="3896893"/>
              <a:ext cx="4558231" cy="6141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Autofit/>
            </a:bodyPr>
            <a:lstStyle/>
            <a:p>
              <a:pPr>
                <a:buSzPct val="25000"/>
              </a:pPr>
              <a:r>
                <a:rPr lang="en-US" altLang="zh-CN" sz="4000" b="1" dirty="0">
                  <a:solidFill>
                    <a:schemeClr val="accent1"/>
                  </a:solidFill>
                  <a:cs typeface="+mn-ea"/>
                  <a:sym typeface="+mn-lt"/>
                </a:rPr>
                <a:t>人员分工</a:t>
              </a:r>
            </a:p>
          </p:txBody>
        </p:sp>
      </p:grpSp>
      <p:grpSp>
        <p:nvGrpSpPr>
          <p:cNvPr id="6" name="ïş1íḋé"/>
          <p:cNvGrpSpPr/>
          <p:nvPr/>
        </p:nvGrpSpPr>
        <p:grpSpPr>
          <a:xfrm>
            <a:off x="5536374" y="1280692"/>
            <a:ext cx="4558231" cy="2103177"/>
            <a:chOff x="5403024" y="3896893"/>
            <a:chExt cx="4558231" cy="2103177"/>
          </a:xfrm>
        </p:grpSpPr>
        <p:grpSp>
          <p:nvGrpSpPr>
            <p:cNvPr id="8" name="î$1ïďé"/>
            <p:cNvGrpSpPr/>
            <p:nvPr/>
          </p:nvGrpSpPr>
          <p:grpSpPr>
            <a:xfrm>
              <a:off x="5403024" y="4511022"/>
              <a:ext cx="4558231" cy="1489048"/>
              <a:chOff x="1237424" y="3870351"/>
              <a:chExt cx="4558231" cy="1489048"/>
            </a:xfrm>
          </p:grpSpPr>
          <p:sp>
            <p:nvSpPr>
              <p:cNvPr id="10" name="iṥļiḓê"/>
              <p:cNvSpPr txBox="1"/>
              <p:nvPr/>
            </p:nvSpPr>
            <p:spPr>
              <a:xfrm>
                <a:off x="1237424" y="3870351"/>
                <a:ext cx="4558231" cy="6141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>
                  <a:buSzPct val="25000"/>
                </a:pPr>
                <a:r>
                  <a:rPr lang="en-US" altLang="zh-CN" sz="1600" b="1" dirty="0">
                    <a:cs typeface="+mn-ea"/>
                    <a:sym typeface="+mn-lt"/>
                  </a:rPr>
                  <a:t>Supporting text here.</a:t>
                </a:r>
              </a:p>
            </p:txBody>
          </p:sp>
          <p:sp>
            <p:nvSpPr>
              <p:cNvPr id="11" name="i$ļíḋè"/>
              <p:cNvSpPr txBox="1"/>
              <p:nvPr/>
            </p:nvSpPr>
            <p:spPr>
              <a:xfrm>
                <a:off x="1237424" y="4484480"/>
                <a:ext cx="4558231" cy="8749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5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提前彩排确保节目衔接顺畅，安排专人负责现场秩序与安全应急保障</a:t>
                </a:r>
              </a:p>
            </p:txBody>
          </p:sp>
        </p:grpSp>
        <p:sp>
          <p:nvSpPr>
            <p:cNvPr id="9" name="iṡḻiďe"/>
            <p:cNvSpPr txBox="1"/>
            <p:nvPr/>
          </p:nvSpPr>
          <p:spPr>
            <a:xfrm>
              <a:off x="5403024" y="3896893"/>
              <a:ext cx="4558231" cy="6141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Autofit/>
            </a:bodyPr>
            <a:lstStyle/>
            <a:p>
              <a:pPr>
                <a:buSzPct val="25000"/>
              </a:pPr>
              <a:r>
                <a:rPr lang="en-US" altLang="zh-CN" sz="4000" b="1" dirty="0">
                  <a:cs typeface="+mn-ea"/>
                  <a:sym typeface="+mn-lt"/>
                </a:rPr>
                <a:t>注意事项</a:t>
              </a:r>
            </a:p>
          </p:txBody>
        </p:sp>
      </p:grpSp>
      <p:sp>
        <p:nvSpPr>
          <p:cNvPr id="7" name="ïṥliḑé"/>
          <p:cNvSpPr/>
          <p:nvPr/>
        </p:nvSpPr>
        <p:spPr>
          <a:xfrm>
            <a:off x="981074" y="1283611"/>
            <a:ext cx="2225002" cy="1877437"/>
          </a:xfrm>
          <a:prstGeom prst="rect">
            <a:avLst/>
          </a:prstGeom>
        </p:spPr>
        <p:txBody>
          <a:bodyPr wrap="square" anchor="b" anchorCtr="0">
            <a:spAutoFit/>
          </a:bodyPr>
          <a:lstStyle/>
          <a:p>
            <a:pPr>
              <a:buSzPct val="25000"/>
            </a:pPr>
            <a:r>
              <a:rPr lang="en-US" altLang="zh-CN" sz="2800" b="1" dirty="0">
                <a:cs typeface="+mn-ea"/>
                <a:sym typeface="+mn-lt"/>
              </a:rPr>
              <a:t>Unified fonts</a:t>
            </a:r>
            <a:r>
              <a:rPr lang="zh-CN" altLang="en-US" sz="2800" b="1" dirty="0">
                <a:cs typeface="+mn-ea"/>
                <a:sym typeface="+mn-lt"/>
              </a:rPr>
              <a:t> </a:t>
            </a:r>
            <a:r>
              <a:rPr lang="en-US" altLang="zh-CN" sz="2800" b="1" dirty="0">
                <a:cs typeface="+mn-ea"/>
                <a:sym typeface="+mn-lt"/>
              </a:rPr>
              <a:t>make reading </a:t>
            </a:r>
            <a:r>
              <a:rPr lang="en-US" altLang="zh-CN" sz="2800" b="1" dirty="0">
                <a:solidFill>
                  <a:schemeClr val="accent1"/>
                </a:solidFill>
                <a:cs typeface="+mn-ea"/>
                <a:sym typeface="+mn-lt"/>
              </a:rPr>
              <a:t>more fluent.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496800" y="202138"/>
            <a:ext cx="444634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olidFill>
                  <a:schemeClr val="tx2"/>
                </a:solidFill>
                <a:sym typeface="+mn-lt"/>
              </a:rPr>
              <a:t>活动流程</a:t>
            </a:r>
            <a:endParaRPr lang="en-US" altLang="zh-CN" dirty="0">
              <a:sym typeface="+mn-lt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  <p:tag name="ISLIDE.THEME" val="#782110"/>
  <p:tag name="ISLIDE.TEMPLATE" val="#854149"/>
</p:tagLst>
</file>

<file path=ppt/theme/theme1.xml><?xml version="1.0" encoding="utf-8"?>
<a:theme xmlns:a="http://schemas.openxmlformats.org/drawingml/2006/main" name="Designed by iSlide">
  <a:themeElements>
    <a:clrScheme name="自定义 2">
      <a:dk1>
        <a:srgbClr val="323233"/>
      </a:dk1>
      <a:lt1>
        <a:srgbClr val="FFFFFF"/>
      </a:lt1>
      <a:dk2>
        <a:srgbClr val="1951C1"/>
      </a:dk2>
      <a:lt2>
        <a:srgbClr val="F7F8FA"/>
      </a:lt2>
      <a:accent1>
        <a:srgbClr val="1951C1"/>
      </a:accent1>
      <a:accent2>
        <a:srgbClr val="C8C9CC"/>
      </a:accent2>
      <a:accent3>
        <a:srgbClr val="ED8A00"/>
      </a:accent3>
      <a:accent4>
        <a:srgbClr val="969799"/>
      </a:accent4>
      <a:accent5>
        <a:srgbClr val="646566"/>
      </a:accent5>
      <a:accent6>
        <a:srgbClr val="E8EFFF"/>
      </a:accent6>
      <a:hlink>
        <a:srgbClr val="1951C1"/>
      </a:hlink>
      <a:folHlink>
        <a:srgbClr val="BFBFBF"/>
      </a:folHlink>
    </a:clrScheme>
    <a:fontScheme name="1jjydrun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Nicky</Template>
  <TotalTime>9</TotalTime>
  <Words>8386</Words>
  <Application>Microsoft Macintosh PowerPoint</Application>
  <PresentationFormat>宽屏</PresentationFormat>
  <Paragraphs>1221</Paragraphs>
  <Slides>95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95</vt:i4>
      </vt:variant>
    </vt:vector>
  </HeadingPairs>
  <TitlesOfParts>
    <vt:vector size="100" baseType="lpstr">
      <vt:lpstr>等线</vt:lpstr>
      <vt:lpstr>微软雅黑</vt:lpstr>
      <vt:lpstr>Arial</vt:lpstr>
      <vt:lpstr>Wingdings</vt:lpstr>
      <vt:lpstr>Designed by iSlide</vt:lpstr>
      <vt:lpstr>PPT制作规范与模板应用</vt:lpstr>
      <vt:lpstr>PowerPoint 演示文稿</vt:lpstr>
      <vt:lpstr>适用范围和目的</vt:lpstr>
      <vt:lpstr>PowerPoint 演示文稿</vt:lpstr>
      <vt:lpstr>制作规范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常用功能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PPT模板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Nicky</dc:creator>
  <cp:lastModifiedBy>HaibaraAi M</cp:lastModifiedBy>
  <cp:revision>351</cp:revision>
  <cp:lastPrinted>2023-02-13T06:44:00Z</cp:lastPrinted>
  <dcterms:created xsi:type="dcterms:W3CDTF">2022-04-27T16:00:00Z</dcterms:created>
  <dcterms:modified xsi:type="dcterms:W3CDTF">2026-07-15T07:04:54Z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EMPLATE">
    <vt:lpwstr>00d0c912-f426-4ca5-bd3c-bdcf0ad2c6d2</vt:lpwstr>
  </property>
  <property fmtid="{D5CDD505-2E9C-101B-9397-08002B2CF9AE}" pid="3" name="ICV">
    <vt:lpwstr>563AAA1223D24C2AB85CD267ABF69871_13</vt:lpwstr>
  </property>
  <property fmtid="{D5CDD505-2E9C-101B-9397-08002B2CF9AE}" pid="4" name="KSOProductBuildVer">
    <vt:lpwstr>2052-12.1.0.24034</vt:lpwstr>
  </property>
</Properties>
</file>