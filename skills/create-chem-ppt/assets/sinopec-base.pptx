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7" r:id="rId3"/>
    <p:sldId id="2225" r:id="rId5"/>
    <p:sldId id="2512" r:id="rId6"/>
    <p:sldId id="2605" r:id="rId7"/>
  </p:sldIdLst>
  <p:sldSz cx="12192000" cy="6858000"/>
  <p:notesSz cx="6794500" cy="9906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5" userDrawn="1">
          <p15:clr>
            <a:srgbClr val="A4A3A4"/>
          </p15:clr>
        </p15:guide>
        <p15:guide id="2" pos="724" userDrawn="1">
          <p15:clr>
            <a:srgbClr val="A4A3A4"/>
          </p15:clr>
        </p15:guide>
        <p15:guide id="3" orient="horz" pos="1318" userDrawn="1">
          <p15:clr>
            <a:srgbClr val="A4A3A4"/>
          </p15:clr>
        </p15:guide>
        <p15:guide id="4" pos="5542" userDrawn="1">
          <p15:clr>
            <a:srgbClr val="A4A3A4"/>
          </p15:clr>
        </p15:guide>
        <p15:guide id="5" pos="279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019" name="未知用户81" initials="" lastIdx="0" clrIdx="1018"/>
  <p:cmAuthor id="1" name="未知用户188" initials="未知用户188" lastIdx="10" clrIdx="0"/>
  <p:cmAuthor id="1020" name="未知用户115" initials="" lastIdx="0" clrIdx="1019"/>
  <p:cmAuthor id="2" name="未知用户158" initials="未" lastIdx="2" clrIdx="0"/>
  <p:cmAuthor id="1021" name="未知的使用者68" initials="" lastIdx="0" clrIdx="1020"/>
  <p:cmAuthor id="3" name="Windows 用户" initials="W用" lastIdx="0" clrIdx="0"/>
  <p:cmAuthor id="1022" name="不明使用者20" initials="" lastIdx="0" clrIdx="1021"/>
  <p:cmAuthor id="4" name="Microsoft Office 用户" initials="Office" lastIdx="0" clrIdx="104"/>
  <p:cmAuthor id="1023" name="未知用户82" initials="" lastIdx="0" clrIdx="1022"/>
  <p:cmAuthor id="5" name="云峰 贾" initials="云" lastIdx="2" clrIdx="0"/>
  <p:cmAuthor id="1024" name="未知的使用者55" initials="" lastIdx="0" clrIdx="1023"/>
  <p:cmAuthor id="6" name="张子婷" initials="张子婷" lastIdx="0" clrIdx="0"/>
  <p:cmAuthor id="1025" name="未知的使用者111" initials="" lastIdx="0" clrIdx="1024"/>
  <p:cmAuthor id="7" name="曹 朝辉" initials="曹" lastIdx="1" clrIdx="14"/>
  <p:cmAuthor id="1026" name="未知的使用者50" initials="" lastIdx="0" clrIdx="1025"/>
  <p:cmAuthor id="8" name="张佳铭" initials="张佳铭" lastIdx="1" clrIdx="1"/>
  <p:cmAuthor id="1027" name="未知的使用者11" initials="" lastIdx="0" clrIdx="1026"/>
  <p:cmAuthor id="9" name="ShanQiu LH" initials="SL" lastIdx="1" clrIdx="51"/>
  <p:cmAuthor id="1028" name="未知用户116" initials="" lastIdx="0" clrIdx="1027"/>
  <p:cmAuthor id="10" name="User" initials="U" lastIdx="5" clrIdx="2"/>
  <p:cmAuthor id="1029" name="未知的使用者69" initials="" lastIdx="0" clrIdx="1028"/>
  <p:cmAuthor id="11" name="tonghailan" initials="t" lastIdx="1126972" clrIdx="1"/>
  <p:cmAuthor id="1030" name="未知的使用者112" initials="" lastIdx="0" clrIdx="1029"/>
  <p:cmAuthor id="12" name="韩雨" initials="韩" lastIdx="0" clrIdx="0"/>
  <p:cmAuthor id="1031" name="Kevin Hu" initials="" lastIdx="0" clrIdx="1030"/>
  <p:cmAuthor id="13" name="一个不愿意透露姓名" initials="lasdf" lastIdx="8" clrIdx="323"/>
  <p:cmAuthor id="1032" name="未知的使用者38" initials="" lastIdx="0" clrIdx="1031"/>
  <p:cmAuthor id="14" name="xinyi" initials="x" lastIdx="5" clrIdx="3"/>
  <p:cmAuthor id="1033" name="唐可欣" initials="" lastIdx="0" clrIdx="1032"/>
  <p:cmAuthor id="15" name="xiehaoming" initials="xiehaoming" lastIdx="1" clrIdx="325"/>
  <p:cmAuthor id="1034" name="未知的使用者8" initials="" lastIdx="0" clrIdx="1033"/>
  <p:cmAuthor id="16" name="wangsilu" initials="w" lastIdx="1" clrIdx="4"/>
  <p:cmAuthor id="1035" name="不明使用者56" initials="" lastIdx="0" clrIdx="1034"/>
  <p:cmAuthor id="17" name="ZF" initials="ZF" lastIdx="1" clrIdx="328"/>
  <p:cmAuthor id="1036" name="P00035_jeremy" initials="" lastIdx="0" clrIdx="1035"/>
  <p:cmAuthor id="18" name="順天" initials="順" lastIdx="1" clrIdx="0"/>
  <p:cmAuthor id="1037" name="Unknown User7" initials="" lastIdx="0" clrIdx="1036"/>
  <p:cmAuthor id="19" name="张梦茜_zqyayaEN" initials="authorId_60089" lastIdx="0" clrIdx="0"/>
  <p:cmAuthor id="1038" name="焱恺 彭" initials="焱" lastIdx="0" clrIdx="1037"/>
  <p:cmAuthor id="20" name="心怡" initials="Xinyi" lastIdx="2" clrIdx="5"/>
  <p:cmAuthor id="1039" name="LiWei" initials="L" lastIdx="0" clrIdx="1038"/>
  <p:cmAuthor id="21" name="王银_UfE3FvqY" initials="authorId_60082" lastIdx="0" clrIdx="0"/>
  <p:cmAuthor id="1040" name="黄忠孝" initials="黄" lastIdx="0" clrIdx="1039"/>
  <p:cmAuthor id="22" name=" " initials="" lastIdx="6" clrIdx="85"/>
  <p:cmAuthor id="1041" name="chenpuqiang" initials="c" lastIdx="0" clrIdx="1040"/>
  <p:cmAuthor id="23" name="庞亦龙" initials="庞亦龙" lastIdx="1" clrIdx="16"/>
  <p:cmAuthor id="1042" name="李娜" initials="李" lastIdx="0" clrIdx="1041"/>
  <p:cmAuthor id="24" name="chenyan" initials="c" lastIdx="1" clrIdx="6"/>
  <p:cmAuthor id="1043" name="徐 振华" initials="徐" lastIdx="0" clrIdx="1042"/>
  <p:cmAuthor id="25" name="hwjjjjjjjj" initials="h" lastIdx="2" clrIdx="336"/>
  <p:cmAuthor id="1044" name="Aqf" initials="A" lastIdx="0" clrIdx="1043"/>
  <p:cmAuthor id="26" name="baiy" initials="b" lastIdx="1" clrIdx="7"/>
  <p:cmAuthor id="1045" name="赵刚" initials="赵" lastIdx="0" clrIdx="1044"/>
  <p:cmAuthor id="27" name="Randolph" initials="R" lastIdx="1" clrIdx="340"/>
  <p:cmAuthor id="1046" name="刘春杰10244342" initials="刘春杰10244342" lastIdx="0" clrIdx="1045"/>
  <p:cmAuthor id="28" name="熊先奎10009191" initials="熊先奎10009191" lastIdx="1" clrIdx="9"/>
  <p:cmAuthor id="1047" name="李 剑峰" initials="李" lastIdx="0" clrIdx="1046"/>
  <p:cmAuthor id="29" name="郭凯" initials="郭" lastIdx="1" clrIdx="553"/>
  <p:cmAuthor id="1048" name="ghostcat" initials="g" lastIdx="0" clrIdx="1047"/>
  <p:cmAuthor id="30" name="Wen" initials="W" lastIdx="2" clrIdx="9"/>
  <p:cmAuthor id="1049" name="娜娅" initials="娜" lastIdx="0" clrIdx="1048"/>
  <p:cmAuthor id="31" name="wangchangkun@cmhi.cmcc" initials="wangchangkun@cmhi.cmcc" lastIdx="1" clrIdx="342"/>
  <p:cmAuthor id="1050" name="嘉琦" initials="嘉琦" lastIdx="0" clrIdx="1049"/>
  <p:cmAuthor id="32" name="未知用户2" initials="未知用户2" lastIdx="1" clrIdx="5"/>
  <p:cmAuthor id="1051" name="tong" initials="t" lastIdx="0" clrIdx="1050"/>
  <p:cmAuthor id="33" name="33505" initials="3" lastIdx="1" clrIdx="354"/>
  <p:cmAuthor id="1052" name="cpic" initials="c" lastIdx="0" clrIdx="1051"/>
  <p:cmAuthor id="34" name="未知用户3" initials="未知用户3" lastIdx="1" clrIdx="6"/>
  <p:cmAuthor id="1053" name="Dongzhichao (Charles)" initials="D(" lastIdx="0" clrIdx="1052"/>
  <p:cmAuthor id="35" name="likeyu" initials="kk" lastIdx="1" clrIdx="356"/>
  <p:cmAuthor id="1054" name="gh666 S" initials="gS" lastIdx="0" clrIdx="1053"/>
  <p:cmAuthor id="36" name="未知用户8" initials="未知用户8" lastIdx="1" clrIdx="11"/>
  <p:cmAuthor id="1055" name="皮月新_baeqEzem" initials="authorId_2351" lastIdx="0" clrIdx="1054"/>
  <p:cmAuthor id="37" name="未知用户113" initials="未知用户113" lastIdx="8" clrIdx="0"/>
  <p:cmAuthor id="1056" name="Mars" initials="M" lastIdx="0" clrIdx="1055"/>
  <p:cmAuthor id="38" name="未知用户9" initials="未知用户9" lastIdx="1" clrIdx="12"/>
  <p:cmAuthor id="1057" name="Dizzy" initials="D" lastIdx="0" clrIdx="1056"/>
  <p:cmAuthor id="39" name="唐 赛" initials="唐" lastIdx="1" clrIdx="45"/>
  <p:cmAuthor id="1058" name="张伟凡" initials="zhangwf" lastIdx="0" clrIdx="1057"/>
  <p:cmAuthor id="40" name="wulifang" initials="wlf" lastIdx="1" clrIdx="14"/>
  <p:cmAuthor id="1059" name="未知的使用者182" initials="未" lastIdx="0" clrIdx="1058"/>
  <p:cmAuthor id="41" name="秦 艺" initials="秦" lastIdx="1" clrIdx="86"/>
  <p:cmAuthor id="1060" name="孙璐璐" initials="孙" lastIdx="0" clrIdx="1059"/>
  <p:cmAuthor id="42" name="沈霄雷" initials="沈" lastIdx="833089" clrIdx="0"/>
  <p:cmAuthor id="1061" name="1003776019@qq.com" initials="1" lastIdx="0" clrIdx="1060"/>
  <p:cmAuthor id="43" name="二爷不走了" initials="二" lastIdx="3" clrIdx="549"/>
  <p:cmAuthor id="1062" name="Helms, Hans-Joachim {MDBA~Basel}" initials="H" lastIdx="0" clrIdx="1061"/>
  <p:cmAuthor id="44" name="未知用户11" initials="未知用户11" lastIdx="1" clrIdx="14"/>
  <p:cmAuthor id="1063" name="yangjun123" initials="y" lastIdx="0" clrIdx="1062"/>
  <p:cmAuthor id="45" name="郏 鹏" initials="郏" lastIdx="1" clrIdx="16"/>
  <p:cmAuthor id="1064" name="Petersen, Jenny {MDBD~South San Francisco}" initials="P" lastIdx="0" clrIdx="1063"/>
  <p:cmAuthor id="46" name="SF" initials="S" lastIdx="6" clrIdx="11"/>
  <p:cmAuthor id="1065" name="刘风香" initials="刘" lastIdx="0" clrIdx="1064"/>
  <p:cmAuthor id="47" name="ma yanru" initials="my" lastIdx="1" clrIdx="25"/>
  <p:cmAuthor id="1066" name="王 金谦" initials="王" lastIdx="0" clrIdx="1065"/>
  <p:cmAuthor id="48" name="未知用户4" initials="未知用户4" lastIdx="1" clrIdx="7"/>
  <p:cmAuthor id="1067" name="Mary Beattie" initials="M" lastIdx="0" clrIdx="1066"/>
  <p:cmAuthor id="49" name="yudi lin" initials="y" lastIdx="0" clrIdx="0"/>
  <p:cmAuthor id="1068" name="Andrea Michels" initials="A" lastIdx="0" clrIdx="1067"/>
  <p:cmAuthor id="50" name="孟令坤" initials="MLK" lastIdx="9" clrIdx="528"/>
  <p:cmAuthor id="1069" name="anni" initials="a" lastIdx="0" clrIdx="1068"/>
  <p:cmAuthor id="51" name="sammi" initials="s" lastIdx="0" clrIdx="12"/>
  <p:cmAuthor id="1070" name="Mark McGregor (HI)" initials="M" lastIdx="0" clrIdx="1069"/>
  <p:cmAuthor id="52" name="高飞" initials="高" lastIdx="0" clrIdx="0"/>
  <p:cmAuthor id="1071" name="林诗婷" initials="林" lastIdx="0" clrIdx="1070"/>
  <p:cmAuthor id="53" name="gt" initials="g" lastIdx="10" clrIdx="17"/>
  <p:cmAuthor id="1072" name="YUN Jiayue" initials="Y" lastIdx="0" clrIdx="1071"/>
  <p:cmAuthor id="54" name="张久仙" initials="zjx" lastIdx="9" clrIdx="531"/>
  <p:cmAuthor id="1073" name="Louise Adamson (HI)" initials="L" lastIdx="0" clrIdx="1072"/>
  <p:cmAuthor id="55" name="zhangmh@httz.cc" initials="z" lastIdx="3" clrIdx="13"/>
  <p:cmAuthor id="1074" name="Yoda KK" initials="Y" lastIdx="0" clrIdx="1073"/>
  <p:cmAuthor id="56" name="nature_emInFJF7" initials="authorId_313163542" lastIdx="0" clrIdx="0"/>
  <p:cmAuthor id="1075" name="ZYM" initials="Z" lastIdx="0" clrIdx="1074"/>
  <p:cmAuthor id="57" name="未知用户5" initials="未知用户5" lastIdx="1" clrIdx="8"/>
  <p:cmAuthor id="1076" name="zhouyangfan" initials="z" lastIdx="0" clrIdx="1075"/>
  <p:cmAuthor id="58" name="杨思思_VNjyvY7j" initials="authorId_430925712" lastIdx="0" clrIdx="0"/>
  <p:cmAuthor id="1077" name="fengyuan03" initials="f" lastIdx="0" clrIdx="1076"/>
  <p:cmAuthor id="59" name="wang" initials="wang" lastIdx="1" clrIdx="14"/>
  <p:cmAuthor id="1078" name="刘国强" initials="刘" lastIdx="0" clrIdx="1077"/>
  <p:cmAuthor id="60" name="未知用户15" initials="未知用户15" lastIdx="1" clrIdx="18"/>
  <p:cmAuthor id="1079" name="Melanie Smitt" initials="M" lastIdx="0" clrIdx="1078"/>
  <p:cmAuthor id="61" name="pcitc" initials="p" lastIdx="1" clrIdx="44"/>
  <p:cmAuthor id="1080" name="miaott" initials="m" lastIdx="0" clrIdx="1079"/>
  <p:cmAuthor id="62" name="未知用户16" initials="未知用户16" lastIdx="1" clrIdx="19"/>
  <p:cmAuthor id="1081" name="刘云飞" initials="刘" lastIdx="0" clrIdx="1080"/>
  <p:cmAuthor id="63" name="CMCC" initials="C" lastIdx="2" clrIdx="56"/>
  <p:cmAuthor id="1082" name="xusha" initials="x" lastIdx="0" clrIdx="1081"/>
  <p:cmAuthor id="64" name="along along" initials="aa" lastIdx="1" clrIdx="44"/>
  <p:cmAuthor id="1083" name="王源" initials="王" lastIdx="0" clrIdx="1082"/>
  <p:cmAuthor id="65" name="未知用户17" initials="未知用户17" lastIdx="1" clrIdx="20"/>
  <p:cmAuthor id="1084" name="未知用户220" initials="未" lastIdx="0" clrIdx="1083"/>
  <p:cmAuthor id="66" name="Li Xinyi" initials="LX" lastIdx="1" clrIdx="50"/>
  <p:cmAuthor id="1085" name="李 东科" initials="李" lastIdx="0" clrIdx="1084"/>
  <p:cmAuthor id="67" name="454659240@qq.com" initials="4" lastIdx="4" clrIdx="7"/>
  <p:cmAuthor id="1086" name="袁正海" initials="袁" lastIdx="0" clrIdx="1085"/>
  <p:cmAuthor id="68" name="未知用户18" initials="未知用户18" lastIdx="1" clrIdx="21"/>
  <p:cmAuthor id="1087" name="未知用户204" initials="未" lastIdx="0" clrIdx="1086"/>
  <p:cmAuthor id="69" name="王娟" initials="1" lastIdx="1" clrIdx="31"/>
  <p:cmAuthor id="1088" name="未知用户206" initials="未" lastIdx="0" clrIdx="1087"/>
  <p:cmAuthor id="70" name="未知用户19" initials="未知用户19" lastIdx="1" clrIdx="22"/>
  <p:cmAuthor id="1089" name="未知用户207" initials="未" lastIdx="0" clrIdx="1088"/>
  <p:cmAuthor id="71" name="user" initials="u" lastIdx="28" clrIdx="25"/>
  <p:cmAuthor id="1090" name="未知用户210" initials="未" lastIdx="0" clrIdx="1089"/>
  <p:cmAuthor id="72" name="未知用户20" initials="未知用户20" lastIdx="1" clrIdx="23"/>
  <p:cmAuthor id="1091" name="?定义" initials="?" lastIdx="0" clrIdx="1090"/>
  <p:cmAuthor id="73" name="未知用户21" initials="未知用户21" lastIdx="1" clrIdx="24"/>
  <p:cmAuthor id="1092" name="sxp" initials="s" lastIdx="0" clrIdx="1091"/>
  <p:cmAuthor id="74" name="未知用户22" initials="未知用户22" lastIdx="1" clrIdx="25"/>
  <p:cmAuthor id="1093" name="allan" initials="a" lastIdx="0" clrIdx="1092"/>
  <p:cmAuthor id="75" name="未知用户23" initials="未知用户23" lastIdx="1" clrIdx="26"/>
  <p:cmAuthor id="1094" name="庹海忠" initials="authorId_373375431" lastIdx="0" clrIdx="1093"/>
  <p:cmAuthor id="76" name="未知用户24" initials="未知用户24" lastIdx="1" clrIdx="27"/>
  <p:cmAuthor id="1095" name="Microsoft" initials="M" lastIdx="0" clrIdx="1094"/>
  <p:cmAuthor id="77" name="未知用户25" initials="未知用户25" lastIdx="1" clrIdx="28"/>
  <p:cmAuthor id="1096" name="song manyi" initials="sm" lastIdx="0" clrIdx="1095"/>
  <p:cmAuthor id="78" name="未知用户26" initials="未知用户26" lastIdx="1" clrIdx="29"/>
  <p:cmAuthor id="1097" name="jiaru tiger" initials="jt" lastIdx="0" clrIdx="1096"/>
  <p:cmAuthor id="79" name="未知用户27" initials="未知用户27" lastIdx="1" clrIdx="30"/>
  <p:cmAuthor id="1098" name="未知的使用者217" initials="未" lastIdx="0" clrIdx="1097"/>
  <p:cmAuthor id="80" name="未知用户28" initials="未知用户28" lastIdx="1" clrIdx="31"/>
  <p:cmAuthor id="1099" name="未知的使用者174" initials="未" lastIdx="0" clrIdx="1098"/>
  <p:cmAuthor id="81" name="未知用户6" initials="未知用户6" lastIdx="1" clrIdx="9"/>
  <p:cmAuthor id="1100" name="Well Li" initials="W" lastIdx="0" clrIdx="1099"/>
  <p:cmAuthor id="82" name="XUWEI" initials="X" lastIdx="1" clrIdx="10"/>
  <p:cmAuthor id="1101" name="任俊宣" initials="任" lastIdx="0" clrIdx="1100"/>
  <p:cmAuthor id="83" name="孟 范志" initials="孟" lastIdx="1" clrIdx="11"/>
  <p:cmAuthor id="1102" name="未知用户337" initials="未" lastIdx="0" clrIdx="1101"/>
  <p:cmAuthor id="84" name="未知用户32" initials="未知用户32" lastIdx="1" clrIdx="35"/>
  <p:cmAuthor id="1103" name="未知用户336" initials="未" lastIdx="0" clrIdx="1102"/>
  <p:cmAuthor id="85" name="Huipeng Cao" initials="H" lastIdx="1" clrIdx="0"/>
  <p:cmAuthor id="1104" name="未知用户318" initials="未" lastIdx="0" clrIdx="1103"/>
  <p:cmAuthor id="86" name="孙" initials="孙" lastIdx="1" clrIdx="50"/>
  <p:cmAuthor id="1105" name="未知用户320" initials="未" lastIdx="0" clrIdx="1104"/>
  <p:cmAuthor id="87" name="未知用户33" initials="未知用户33" lastIdx="1" clrIdx="36"/>
  <p:cmAuthor id="1106" name="未知用户321" initials="未" lastIdx="0" clrIdx="1105"/>
  <p:cmAuthor id="88" name="未知用户34" initials="未知用户34" lastIdx="1" clrIdx="37"/>
  <p:cmAuthor id="1107" name="未知用户322" initials="未" lastIdx="0" clrIdx="1106"/>
  <p:cmAuthor id="89" name="vicky" initials="v" lastIdx="2" clrIdx="1"/>
  <p:cmAuthor id="1108" name="未知用户323" initials="未" lastIdx="0" clrIdx="1107"/>
  <p:cmAuthor id="90" name="未知用户35" initials="未知用户35" lastIdx="1" clrIdx="38"/>
  <p:cmAuthor id="1109" name="未知用户324" initials="未" lastIdx="0" clrIdx="1108"/>
  <p:cmAuthor id="91" name="朱盛安" initials="d" lastIdx="2" clrIdx="39"/>
  <p:cmAuthor id="1110" name="未知用户325" initials="未" lastIdx="0" clrIdx="1109"/>
  <p:cmAuthor id="92" name="jerrychou" initials="j" lastIdx="1" clrIdx="4"/>
  <p:cmAuthor id="1111" name="未知用户294" initials="未" lastIdx="0" clrIdx="1110"/>
  <p:cmAuthor id="93" name="feng xin" initials="fx" lastIdx="1" clrIdx="41"/>
  <p:cmAuthor id="1112" name="未知用户326" initials="未" lastIdx="0" clrIdx="1111"/>
  <p:cmAuthor id="94" name="fei Ren" initials="fR" lastIdx="1" clrIdx="25"/>
  <p:cmAuthor id="1113" name="未知用户327" initials="未" lastIdx="0" clrIdx="1112"/>
  <p:cmAuthor id="95" name="不明使用者1" initials="不" lastIdx="0" clrIdx="0"/>
  <p:cmAuthor id="1114" name="未知用户328" initials="未" lastIdx="0" clrIdx="1113"/>
  <p:cmAuthor id="96" name="Microsoft Office User" initials="M" lastIdx="2" clrIdx="86"/>
  <p:cmAuthor id="1115" name="未知用户299" initials="未" lastIdx="0" clrIdx="1114"/>
  <p:cmAuthor id="97" name="�Ÿ�" initials="�" lastIdx="1" clrIdx="0"/>
  <p:cmAuthor id="1116" name="未知用户300" initials="未" lastIdx="0" clrIdx="1115"/>
  <p:cmAuthor id="98" name="ZJK" initials="Z" lastIdx="5" clrIdx="42"/>
  <p:cmAuthor id="1117" name="未知用户301" initials="未" lastIdx="0" clrIdx="1116"/>
  <p:cmAuthor id="99" name="IrisH" initials="I" lastIdx="1" clrIdx="43"/>
  <p:cmAuthor id="1118" name="未知用户302" initials="未" lastIdx="0" clrIdx="1117"/>
  <p:cmAuthor id="100" name="liuzga" initials="l" lastIdx="1" clrIdx="3"/>
  <p:cmAuthor id="1119" name="未知用户303" initials="未" lastIdx="0" clrIdx="1118"/>
  <p:cmAuthor id="101" name="许庆华" initials="许" lastIdx="1" clrIdx="50"/>
  <p:cmAuthor id="1120" name="未知用户304" initials="未" lastIdx="0" clrIdx="1119"/>
  <p:cmAuthor id="102" name="22720" initials="2" lastIdx="6" clrIdx="51"/>
  <p:cmAuthor id="1121" name="未知用户305" initials="未" lastIdx="0" clrIdx="1120"/>
  <p:cmAuthor id="103" name="rongyue" initials="r" lastIdx="2" clrIdx="52"/>
  <p:cmAuthor id="1122" name="未知用户306" initials="未" lastIdx="0" clrIdx="1121"/>
  <p:cmAuthor id="104" name="54423" initials="5" lastIdx="1" clrIdx="53"/>
  <p:cmAuthor id="1123" name="未知用户224" initials="未" lastIdx="0" clrIdx="1122"/>
  <p:cmAuthor id="105" name="xinping liu" initials="xl" lastIdx="5" clrIdx="25"/>
  <p:cmAuthor id="1124" name="未知用户332" initials="未" lastIdx="0" clrIdx="1123"/>
  <p:cmAuthor id="106" name="何 静" initials="何" lastIdx="1" clrIdx="4"/>
  <p:cmAuthor id="1125" name="未知用户309" initials="未" lastIdx="0" clrIdx="1124"/>
  <p:cmAuthor id="107" name="小延魔法师" initials="小" lastIdx="1126286" clrIdx="0"/>
  <p:cmAuthor id="1126" name="yu 1" initials="y1" lastIdx="0" clrIdx="1125"/>
  <p:cmAuthor id="108" name="罗彬" initials="罗" lastIdx="1" clrIdx="0"/>
  <p:cmAuthor id="1127" name="未知用户311" initials="未" lastIdx="0" clrIdx="1126"/>
  <p:cmAuthor id="109" name="震" initials="震" lastIdx="1" clrIdx="51"/>
  <p:cmAuthor id="1128" name="未知用户312" initials="未" lastIdx="0" clrIdx="1127"/>
  <p:cmAuthor id="110" name="da lin" initials="dl" lastIdx="1" clrIdx="48"/>
  <p:cmAuthor id="1129" name="未知用户313" initials="未" lastIdx="0" clrIdx="1128"/>
  <p:cmAuthor id="111" name="范作霖" initials="范" lastIdx="1" clrIdx="22"/>
  <p:cmAuthor id="1130" name="未知用户335" initials="未" lastIdx="0" clrIdx="1129"/>
  <p:cmAuthor id="112" name="Tianchi Yao" initials="TY" lastIdx="31" clrIdx="72"/>
  <p:cmAuthor id="1131" name="未知用户316" initials="未" lastIdx="0" clrIdx="1130"/>
  <p:cmAuthor id="113" name="杨强" initials="杨" lastIdx="0" clrIdx="0"/>
  <p:cmAuthor id="1132" name="未知用户277" initials="未" lastIdx="0" clrIdx="1131"/>
  <p:cmAuthor id="114" name="619963410@qq.com" initials="6" lastIdx="2" clrIdx="52"/>
  <p:cmAuthor id="1133" name="未知用户273" initials="未" lastIdx="0" clrIdx="1132"/>
  <p:cmAuthor id="115" name="hengchang xu" initials="hx" lastIdx="1" clrIdx="338"/>
  <p:cmAuthor id="1134" name="未知用户229" initials="未" lastIdx="0" clrIdx="1133"/>
  <p:cmAuthor id="116" name="郑汝鸿" initials="郑" lastIdx="2" clrIdx="0"/>
  <p:cmAuthor id="231048176" name="王苏函" initials="王" lastIdx="2" clrIdx="6"/>
  <p:cmAuthor id="1135" name="未知用户274" initials="未" lastIdx="0" clrIdx="1134"/>
  <p:cmAuthor id="117" name="行 朱" initials="行朱" lastIdx="1" clrIdx="517"/>
  <p:cmAuthor id="1136" name="未知用户239" initials="未" lastIdx="0" clrIdx="1135"/>
  <p:cmAuthor id="118" name="贾云雁" initials="贾" lastIdx="2" clrIdx="330"/>
  <p:cmAuthor id="1137" name="未知用户241" initials="未" lastIdx="0" clrIdx="1136"/>
  <p:cmAuthor id="119" name="王怀璋" initials="王" lastIdx="1" clrIdx="0"/>
  <p:cmAuthor id="1138" name="未知用户242" initials="未" lastIdx="0" clrIdx="1137"/>
  <p:cmAuthor id="120" name="邢辰凤" initials="邢" lastIdx="45" clrIdx="7"/>
  <p:cmAuthor id="1139" name="未知用户244" initials="未" lastIdx="0" clrIdx="1138"/>
  <p:cmAuthor id="121" name="李仑 lilun" initials="李仑" lastIdx="1" clrIdx="555"/>
  <p:cmAuthor id="1140" name="未知用户245" initials="未" lastIdx="0" clrIdx="1139"/>
  <p:cmAuthor id="122" name="黄 俊楠" initials="黄" lastIdx="1" clrIdx="93"/>
  <p:cmAuthor id="1141" name="未知用户246" initials="未" lastIdx="0" clrIdx="1140"/>
  <p:cmAuthor id="123" name="Dongxiao Liu" initials="ldx" lastIdx="1" clrIdx="556"/>
  <p:cmAuthor id="1142" name="未知用户247" initials="未" lastIdx="0" clrIdx="1141"/>
  <p:cmAuthor id="124" name="DaiZhengYuan" initials="D" lastIdx="3" clrIdx="7"/>
  <p:cmAuthor id="1143" name="未知用户248" initials="未" lastIdx="0" clrIdx="1142"/>
  <p:cmAuthor id="125" name="administrator" initials="ad" lastIdx="3" clrIdx="23"/>
  <p:cmAuthor id="1144" name="未知用户249" initials="未" lastIdx="0" clrIdx="1143"/>
  <p:cmAuthor id="126" name="陈茜（研究院）_6vaibMNj" initials="authorId_733" lastIdx="0" clrIdx="0"/>
  <p:cmAuthor id="1145" name="未知用户251" initials="未" lastIdx="0" clrIdx="1144"/>
  <p:cmAuthor id="127" name="flower" initials="f" lastIdx="1" clrIdx="334"/>
  <p:cmAuthor id="1146" name="未知用户252" initials="未" lastIdx="0" clrIdx="1145"/>
  <p:cmAuthor id="128" name="作者" initials="A" lastIdx="0" clrIdx="24"/>
  <p:cmAuthor id="1147" name="未知用户253" initials="未" lastIdx="0" clrIdx="1146"/>
  <p:cmAuthor id="129" name="史云龙" initials="史云龙" lastIdx="1" clrIdx="26"/>
  <p:cmAuthor id="1148" name="未知用户254" initials="未" lastIdx="0" clrIdx="1147"/>
  <p:cmAuthor id="130" name="史璐瑶" initials="史" lastIdx="1" clrIdx="23"/>
  <p:cmAuthor id="1149" name="未知用户255" initials="未" lastIdx="0" clrIdx="1148"/>
  <p:cmAuthor id="131" name="幺以谦" initials="幺" lastIdx="2" clrIdx="1"/>
  <p:cmAuthor id="1150" name="未知用户256" initials="未" lastIdx="0" clrIdx="1149"/>
  <p:cmAuthor id="132" name="未知用户183" initials="未知用户183" lastIdx="1" clrIdx="49"/>
  <p:cmAuthor id="1151" name="未知用户257" initials="未" lastIdx="0" clrIdx="1150"/>
  <p:cmAuthor id="133" name="曾蓓/贝贝" initials="曾" lastIdx="0" clrIdx="0"/>
  <p:cmAuthor id="1152" name="未知用户258" initials="未" lastIdx="0" clrIdx="1151"/>
  <p:cmAuthor id="134" name="施普希（菜菜）" initials="施" lastIdx="0" clrIdx="0"/>
  <p:cmAuthor id="1153" name="未知用户259" initials="未" lastIdx="0" clrIdx="1152"/>
  <p:cmAuthor id="135" name="李 雷雨" initials="李" lastIdx="1" clrIdx="0"/>
  <p:cmAuthor id="1154" name="未知用户260" initials="未" lastIdx="0" clrIdx="1153"/>
  <p:cmAuthor id="136" name="AGK" initials="AGK" lastIdx="4" clrIdx="7"/>
  <p:cmAuthor id="1155" name="未知用户275" initials="未" lastIdx="0" clrIdx="1154"/>
  <p:cmAuthor id="137" name="91257" initials="9" lastIdx="0" clrIdx="1"/>
  <p:cmAuthor id="1156" name="未知用户276" initials="未" lastIdx="0" clrIdx="1155"/>
  <p:cmAuthor id="138" name="仇怿俊" initials="仇" lastIdx="0" clrIdx="0"/>
  <p:cmAuthor id="1157" name="未知用户263" initials="未" lastIdx="0" clrIdx="1156"/>
  <p:cmAuthor id="139" name="mei shuo" initials="mei shuo" lastIdx="1" clrIdx="24"/>
  <p:cmAuthor id="1158" name="未知用户264" initials="未" lastIdx="0" clrIdx="1157"/>
  <p:cmAuthor id="140" name="庆芳 许" initials="庆" lastIdx="1" clrIdx="0"/>
  <p:cmAuthor id="1159" name="未知用户265" initials="未" lastIdx="0" clrIdx="1158"/>
  <p:cmAuthor id="141" name="mouse zz" initials="mz" lastIdx="1" clrIdx="54"/>
  <p:cmAuthor id="1160" name="未知用户267" initials="未" lastIdx="0" clrIdx="1159"/>
  <p:cmAuthor id="142" name="Kaiyuan" initials="K" lastIdx="1" clrIdx="325"/>
  <p:cmAuthor id="1161" name="未知用户270" initials="未" lastIdx="0" clrIdx="1160"/>
  <p:cmAuthor id="143" name="jiangjunrz" initials="jiangjunrz" lastIdx="1" clrIdx="327"/>
  <p:cmAuthor id="1162" name="未知用户358" initials="未" lastIdx="0" clrIdx="1161"/>
  <p:cmAuthor id="144" name="mashan@cmhi.cmcc" initials="mashan@cmhi.cmcc" lastIdx="1" clrIdx="328"/>
  <p:cmAuthor id="1163" name="未知用户359" initials="未" lastIdx="0" clrIdx="1162"/>
  <p:cmAuthor id="1483810881" name="WPS_1679281038" initials="W" lastIdx="1" clrIdx="2"/>
  <p:cmAuthor id="1164" name="未知用户360" initials="未" lastIdx="0" clrIdx="1163"/>
  <p:cmAuthor id="145" name="赫祎诺_nu6r2eyy" initials="authorId_2234" lastIdx="0" clrIdx="0"/>
  <p:cmAuthor id="146" name="金宇峰_BfyebuM3" initials="authorId_1008746-10054633" lastIdx="0" clrIdx="0"/>
  <p:cmAuthor id="1165" name="未知用户361" initials="未" lastIdx="0" clrIdx="1164"/>
  <p:cmAuthor id="147" name="毕邺" initials="党委办公室" lastIdx="2" clrIdx="37"/>
  <p:cmAuthor id="1166" name="未知用户364" initials="未" lastIdx="0" clrIdx="1165"/>
  <p:cmAuthor id="148" name="zhouying" initials="ZY" lastIdx="1" clrIdx="334"/>
  <p:cmAuthor id="1167" name="未知用户298" initials="未" lastIdx="0" clrIdx="1166"/>
  <p:cmAuthor id="149" name="仝德志" initials="仝" lastIdx="1" clrIdx="0"/>
  <p:cmAuthor id="1168" name="未知用户307" initials="未" lastIdx="0" clrIdx="1167"/>
  <p:cmAuthor id="150" name="Hao Yue" initials="HY" lastIdx="2" clrIdx="349"/>
  <p:cmAuthor id="1169" name="未知用户308" initials="未" lastIdx="0" clrIdx="1168"/>
  <p:cmAuthor id="151" name="方绍波|fangshaobo" initials="方" lastIdx="1" clrIdx="37"/>
  <p:cmAuthor id="1170" name="未知用户315" initials="未" lastIdx="0" clrIdx="1169"/>
  <p:cmAuthor id="152" name="严龙云" initials="严" lastIdx="1" clrIdx="558"/>
  <p:cmAuthor id="1171" name="未知用户317" initials="未" lastIdx="0" clrIdx="1170"/>
  <p:cmAuthor id="153" name="admin" initials="a" lastIdx="1" clrIdx="362"/>
  <p:cmAuthor id="1172" name="未知用户329" initials="未" lastIdx="0" clrIdx="1171"/>
  <p:cmAuthor id="154" name="Eraser-CV_732yNZVB" initials="authorId_935319539" lastIdx="0" clrIdx="0"/>
  <p:cmAuthor id="1173" name="未知用户333" initials="未" lastIdx="0" clrIdx="1172"/>
  <p:cmAuthor id="155" name="Think" initials="T" lastIdx="6" clrIdx="3"/>
  <p:cmAuthor id="1174" name="未知用户334" initials="未" lastIdx="0" clrIdx="1173"/>
  <p:cmAuthor id="156" name="张静_Anua7Nne" initials="authorId_935319063" lastIdx="0" clrIdx="0"/>
  <p:cmAuthor id="1175" name="未知用户340" initials="未" lastIdx="0" clrIdx="1174"/>
  <p:cmAuthor id="157" name="針對所選的門市進行小範圍實驗，捕捉驅動績效的關鍵影響因子" initials="針" lastIdx="1" clrIdx="0"/>
  <p:cmAuthor id="1176" name="未知用户341" initials="未" lastIdx="0" clrIdx="1175"/>
  <p:cmAuthor id="158" name="James" initials="J" lastIdx="1" clrIdx="0"/>
  <p:cmAuthor id="1177" name="未知用户342" initials="未" lastIdx="0" clrIdx="1176"/>
  <p:cmAuthor id="159" name="敢 王" initials="敢" lastIdx="1" clrIdx="0"/>
  <p:cmAuthor id="1178" name="未知用户344" initials="未" lastIdx="0" clrIdx="1177"/>
  <p:cmAuthor id="160" name="Yoyo Wu" initials="Y" lastIdx="2" clrIdx="0"/>
  <p:cmAuthor id="1179" name="未知用户345" initials="未" lastIdx="0" clrIdx="1178"/>
  <p:cmAuthor id="161" name="邓 勇" initials="邓" lastIdx="1" clrIdx="0"/>
  <p:cmAuthor id="1180" name="未知用户365" initials="未" lastIdx="0" clrIdx="1179"/>
  <p:cmAuthor id="162" name="Evonlin" initials="E" lastIdx="2" clrIdx="2"/>
  <p:cmAuthor id="1181" name="未知用户366" initials="未" lastIdx="0" clrIdx="1180"/>
  <p:cmAuthor id="163" name="陈城" initials="陈" lastIdx="0" clrIdx="2"/>
  <p:cmAuthor id="1182" name="未知用户367" initials="未" lastIdx="0" clrIdx="1181"/>
  <p:cmAuthor id="164" name="梅芬 吳" initials="梅" lastIdx="1" clrIdx="85"/>
  <p:cmAuthor id="1183" name="未知用户368" initials="未" lastIdx="0" clrIdx="1182"/>
  <p:cmAuthor id="165" name="群智集" initials="群" lastIdx="0" clrIdx="0"/>
  <p:cmAuthor id="1184" name="未知用户403" initials="未" lastIdx="0" clrIdx="1183"/>
  <p:cmAuthor id="166" name="殷格非" initials="殷" lastIdx="2" clrIdx="0"/>
  <p:cmAuthor id="1185" name="未知用户402" initials="未" lastIdx="0" clrIdx="1184"/>
  <p:cmAuthor id="167" name="z r" initials="zr" lastIdx="5" clrIdx="12"/>
  <p:cmAuthor id="1186" name="未知用户379" initials="未" lastIdx="0" clrIdx="1185"/>
  <p:cmAuthor id="168" name="lc xue" initials="lx" lastIdx="1" clrIdx="22"/>
  <p:cmAuthor id="1187" name="未知用户380" initials="未" lastIdx="0" clrIdx="1186"/>
  <p:cmAuthor id="169" name="孟芳芳（借调）" initials="V" lastIdx="2" clrIdx="37"/>
  <p:cmAuthor id="1188" name="未知用户405" initials="未" lastIdx="0" clrIdx="1187"/>
  <p:cmAuthor id="170" name="方少_UbQfrimU" initials="authorId_442114952" lastIdx="0" clrIdx="0"/>
  <p:cmAuthor id="1189" name="未知用户382" initials="未" lastIdx="0" clrIdx="1188"/>
  <p:cmAuthor id="171" name="叶盛_Q3A3IfEf" initials="authorId_506280334" lastIdx="0" clrIdx="0"/>
  <p:cmAuthor id="1190" name="未知用户383" initials="未" lastIdx="0" clrIdx="1189"/>
  <p:cmAuthor id="172" name="Harley._bEJrUJ7r" initials="authorId_432156705" lastIdx="0" clrIdx="0"/>
  <p:cmAuthor id="1191" name="未知用户384" initials="未" lastIdx="0" clrIdx="1190"/>
  <p:cmAuthor id="173" name="罗平_VB7vJb2E" initials="authorId_305049361" lastIdx="0" clrIdx="0"/>
  <p:cmAuthor id="1192" name="未知用户385" initials="未" lastIdx="0" clrIdx="1191"/>
  <p:cmAuthor id="174" name="xixi_nUjqe22E" initials="authorId_359229261" lastIdx="0" clrIdx="0"/>
  <p:cmAuthor id="1193" name="Xiaosu Wang" initials="XW" lastIdx="0" clrIdx="1192"/>
  <p:cmAuthor id="175" name="安安_zm6nYnYZ" initials="authorId_347340296" lastIdx="0" clrIdx="0"/>
  <p:cmAuthor id="1194" name="未知用户386" initials="未" lastIdx="0" clrIdx="1193"/>
  <p:cmAuthor id="176" name="周君_MfIffYra" initials="authorId_375419134" lastIdx="0" clrIdx="0"/>
  <p:cmAuthor id="1195" name="未知用户387" initials="未" lastIdx="0" clrIdx="1194"/>
  <p:cmAuthor id="863798325" name="王+7" initials="王" lastIdx="1" clrIdx="81"/>
  <p:cmAuthor id="1196" name="未知用户388" initials="未" lastIdx="0" clrIdx="1195"/>
  <p:cmAuthor id="177" name="刘 念" initials="刘" lastIdx="2" clrIdx="35"/>
  <p:cmAuthor id="863798326" name="chenshaofeng" initials="c" lastIdx="3" clrIdx="85"/>
  <p:cmAuthor id="1197" name="未知用户411" initials="未" lastIdx="0" clrIdx="1196"/>
  <p:cmAuthor id="178" name="未知用户179" initials="未知用户179" lastIdx="1" clrIdx="0"/>
  <p:cmAuthor id="179" name="谢学斌" initials="谢" lastIdx="0" clrIdx="0"/>
  <p:cmAuthor id="1198" name="未知用户389" initials="未" lastIdx="0" clrIdx="1197"/>
  <p:cmAuthor id="180" name="muzi wei" initials="" lastIdx="1" clrIdx="0"/>
  <p:cmAuthor id="1199" name="未知用户390" initials="未" lastIdx="0" clrIdx="1198"/>
  <p:cmAuthor id="181" name="未知的使用者41" initials="" lastIdx="1" clrIdx="0"/>
  <p:cmAuthor id="1200" name="未知用户391" initials="未" lastIdx="0" clrIdx="1199"/>
  <p:cmAuthor id="182" name="未知的使用者13" initials="" lastIdx="1" clrIdx="0"/>
  <p:cmAuthor id="1201" name="未知用户392" initials="未" lastIdx="0" clrIdx="1200"/>
  <p:cmAuthor id="183" name="djj" initials="" lastIdx="2" clrIdx="0"/>
  <p:cmAuthor id="1202" name="未知用户393" initials="未" lastIdx="0" clrIdx="1201"/>
  <p:cmAuthor id="184" name="未知用户117" initials="" lastIdx="1" clrIdx="2"/>
  <p:cmAuthor id="1203" name="未知用户394" initials="未" lastIdx="0" clrIdx="1202"/>
  <p:cmAuthor id="185" name="ztolei@163.com" initials="z" lastIdx="1" clrIdx="50"/>
  <p:cmAuthor id="1204" name="未知用户395" initials="未" lastIdx="0" clrIdx="1203"/>
  <p:cmAuthor id="186" name="未知用户13" initials="" lastIdx="1" clrIdx="0"/>
  <p:cmAuthor id="1205" name="未知用户396" initials="未" lastIdx="0" clrIdx="1204"/>
  <p:cmAuthor id="187" name="不明使用者21" initials="" lastIdx="1" clrIdx="0"/>
  <p:cmAuthor id="1206" name="未知用户406" initials="未" lastIdx="0" clrIdx="1205"/>
  <p:cmAuthor id="188" name="YUMINGNJ" initials="" lastIdx="3" clrIdx="0"/>
  <p:cmAuthor id="1207" name="未知用户397" initials="未" lastIdx="0" clrIdx="1206"/>
  <p:cmAuthor id="289121059" name="挖煤的小天使" initials="挖" lastIdx="2" clrIdx="561"/>
  <p:cmAuthor id="1208" name="未知用户407" initials="未" lastIdx="0" clrIdx="1207"/>
  <p:cmAuthor id="189" name="未知的使用者52" initials="" lastIdx="1" clrIdx="1"/>
  <p:cmAuthor id="190" name="未知用户109" initials="" lastIdx="1" clrIdx="1"/>
  <p:cmAuthor id="1209" name="未知用户398" initials="未" lastIdx="0" clrIdx="1208"/>
  <p:cmAuthor id="747646605" name="喵爸" initials="喵" lastIdx="1" clrIdx="572"/>
  <p:cmAuthor id="1210" name="未知用户399" initials="未" lastIdx="0" clrIdx="1209"/>
  <p:cmAuthor id="192" name="thomas" initials="" lastIdx="1" clrIdx="49"/>
  <p:cmAuthor id="1211" name="未知用户400" initials="未" lastIdx="0" clrIdx="1210"/>
  <p:cmAuthor id="193" name="未知的使用者3" initials="" lastIdx="7" clrIdx="1"/>
  <p:cmAuthor id="1212" name="未知用户401" initials="未" lastIdx="0" clrIdx="1211"/>
  <p:cmAuthor id="194" name="未知用户14" initials="" lastIdx="1" clrIdx="0"/>
  <p:cmAuthor id="1213" name="未知用户420" initials="未" lastIdx="0" clrIdx="1212"/>
  <p:cmAuthor id="195" name="Unknown User65" initials="U" lastIdx="1" clrIdx="0"/>
  <p:cmAuthor id="1214" name="未知用户421" initials="未" lastIdx="0" clrIdx="1213"/>
  <p:cmAuthor id="196" name="未知用户98" initials="" lastIdx="1" clrIdx="2"/>
  <p:cmAuthor id="1215" name="未知用户422" initials="未" lastIdx="0" clrIdx="1214"/>
  <p:cmAuthor id="197" name="Unknown User67" initials="U" lastIdx="1" clrIdx="0"/>
  <p:cmAuthor id="1216" name="未知用户423" initials="未" lastIdx="0" clrIdx="1215"/>
  <p:cmAuthor id="198" name="未知用户83" initials="" lastIdx="1" clrIdx="1"/>
  <p:cmAuthor id="1217" name="未知用户424" initials="未" lastIdx="0" clrIdx="1216"/>
  <p:cmAuthor id="199" name="未知用户61" initials="" lastIdx="8" clrIdx="0"/>
  <p:cmAuthor id="1218" name="未知用户419" initials="未" lastIdx="0" clrIdx="1217"/>
  <p:cmAuthor id="200" name="張秀娟" initials="" lastIdx="1" clrIdx="2"/>
  <p:cmAuthor id="1219" name="未知用户425" initials="未" lastIdx="0" clrIdx="1218"/>
  <p:cmAuthor id="201" name="Jason Wang" initials="" lastIdx="1" clrIdx="0"/>
  <p:cmAuthor id="1220" name="未知用户426" initials="未" lastIdx="0" clrIdx="1219"/>
  <p:cmAuthor id="202" name="不明使用者18" initials="" lastIdx="0" clrIdx="1"/>
  <p:cmAuthor id="1221" name="未知用户427" initials="未" lastIdx="0" clrIdx="1220"/>
  <p:cmAuthor id="203" name="未知的使用者98" initials="未" lastIdx="1" clrIdx="2"/>
  <p:cmAuthor id="1222" name="未知用户428" initials="未" lastIdx="0" clrIdx="1221"/>
  <p:cmAuthor id="204" name="未知的使用者72" initials="" lastIdx="1" clrIdx="0"/>
  <p:cmAuthor id="1223" name="未知用户429" initials="未" lastIdx="0" clrIdx="1222"/>
  <p:cmAuthor id="205" name="未知的使用者48" initials="" lastIdx="1" clrIdx="0"/>
  <p:cmAuthor id="1224" name="未知用户430" initials="未" lastIdx="0" clrIdx="1223"/>
  <p:cmAuthor id="206" name="未知的使用者104" initials="" lastIdx="1" clrIdx="0"/>
  <p:cmAuthor id="1225" name="未知用户431" initials="未" lastIdx="0" clrIdx="1224"/>
  <p:cmAuthor id="207" name="未知用户60" initials="" lastIdx="1" clrIdx="0"/>
  <p:cmAuthor id="1226" name="未知用户432" initials="未" lastIdx="0" clrIdx="1225"/>
  <p:cmAuthor id="208" name="未知的使用者39" initials="未" lastIdx="10" clrIdx="0"/>
  <p:cmAuthor id="1227" name="未知用户433" initials="未" lastIdx="0" clrIdx="1226"/>
  <p:cmAuthor id="209" name="Shawna Strickland" initials="" lastIdx="2" clrIdx="0"/>
  <p:cmAuthor id="1228" name="未知用户434" initials="未" lastIdx="0" clrIdx="1227"/>
  <p:cmAuthor id="210" name="未知的使用者36" initials="" lastIdx="3" clrIdx="1"/>
  <p:cmAuthor id="1229" name="未知用户435" initials="未" lastIdx="0" clrIdx="1228"/>
  <p:cmAuthor id="1230" name="未知用户436" initials="未" lastIdx="0" clrIdx="1229"/>
  <p:cmAuthor id="212" name="Daniel Wuu" initials="" lastIdx="1" clrIdx="0"/>
  <p:cmAuthor id="1231" name="未知用户437" initials="未" lastIdx="0" clrIdx="1230"/>
  <p:cmAuthor id="213" name="未知用户56" initials="" lastIdx="1" clrIdx="0"/>
  <p:cmAuthor id="1232" name="未知用户438" initials="未" lastIdx="0" clrIdx="1231"/>
  <p:cmAuthor id="214" name="未知的使用者14" initials="" lastIdx="2" clrIdx="0"/>
  <p:cmAuthor id="1233" name="未知用户417" initials="未" lastIdx="0" clrIdx="1232"/>
  <p:cmAuthor id="1234" name="未知用户439" initials="未" lastIdx="0" clrIdx="1233"/>
  <p:cmAuthor id="216" name="未知的使用者197" initials="未" lastIdx="8" clrIdx="0"/>
  <p:cmAuthor id="1235" name="未知用户440" initials="未" lastIdx="0" clrIdx="1234"/>
  <p:cmAuthor id="217" name="Ashley Eberenz" initials="" lastIdx="7" clrIdx="1"/>
  <p:cmAuthor id="1236" name="未知用户441" initials="未" lastIdx="0" clrIdx="1235"/>
  <p:cmAuthor id="218" name="不明使用者19" initials="" lastIdx="1" clrIdx="0"/>
  <p:cmAuthor id="1237" name="未知用户442" initials="未" lastIdx="0" clrIdx="1236"/>
  <p:cmAuthor id="219" name="qiantong" initials="" lastIdx="3" clrIdx="1"/>
  <p:cmAuthor id="1238" name="未知用户443" initials="未" lastIdx="0" clrIdx="1237"/>
  <p:cmAuthor id="220" name="未知的使用者74" initials="" lastIdx="1" clrIdx="0"/>
  <p:cmAuthor id="1239" name="未知用户444" initials="未" lastIdx="0" clrIdx="1238"/>
  <p:cmAuthor id="221" name="未知的使用者23" initials="" lastIdx="1" clrIdx="0"/>
  <p:cmAuthor id="1240" name="未知用户445" initials="未" lastIdx="0" clrIdx="1239"/>
  <p:cmAuthor id="222" name="未知的使用者1" initials="" lastIdx="8" clrIdx="0"/>
  <p:cmAuthor id="1241" name="未知用户446" initials="未" lastIdx="0" clrIdx="1240"/>
  <p:cmAuthor id="223" name="116304" initials="" lastIdx="1" clrIdx="1"/>
  <p:cmAuthor id="1242" name="未知用户447" initials="未" lastIdx="0" clrIdx="1241"/>
  <p:cmAuthor id="224" name="未知用户31" initials="未" lastIdx="1" clrIdx="1"/>
  <p:cmAuthor id="1243" name="未知用户448" initials="未" lastIdx="0" clrIdx="1242"/>
  <p:cmAuthor id="225" name="R affer" initials="" lastIdx="1" clrIdx="0"/>
  <p:cmAuthor id="1244" name="haoli" initials="h" lastIdx="0" clrIdx="1243"/>
  <p:cmAuthor id="226" name="qihua-DCMS" initials="" lastIdx="0" clrIdx="0"/>
  <p:cmAuthor id="1245" name="YY" initials="Y" lastIdx="0" clrIdx="1244"/>
  <p:cmAuthor id="227" name="未知用户55" initials="" lastIdx="1" clrIdx="0"/>
  <p:cmAuthor id="1246" name="wenle369@sina.com" initials="w" lastIdx="0" clrIdx="1245"/>
  <p:cmAuthor id="228" name="未知的使用者95" initials="" lastIdx="1" clrIdx="0"/>
  <p:cmAuthor id="1247" name="554154816@qq.com" initials="5" lastIdx="0" clrIdx="1246"/>
  <p:cmAuthor id="229" name="guanhh" initials="g" lastIdx="3" clrIdx="0"/>
  <p:cmAuthor id="1248" name="未知用户418" initials="未" lastIdx="0" clrIdx="1247"/>
  <p:cmAuthor id="230" name="未知的使用者32" initials="" lastIdx="1" clrIdx="0"/>
  <p:cmAuthor id="1249" name="未知用户271" initials="未" lastIdx="0" clrIdx="1248"/>
  <p:cmAuthor id="231" name="未知的使用者49" initials="" lastIdx="1" clrIdx="0"/>
  <p:cmAuthor id="1250" name="Jiang, M. A." initials="JMA" lastIdx="0" clrIdx="1249"/>
  <p:cmAuthor id="232" name="Unknown User26" initials="U" lastIdx="1" clrIdx="1"/>
  <p:cmAuthor id="1251" name="Wang, William" initials="WW" lastIdx="0" clrIdx="1250"/>
  <p:cmAuthor id="1480374901" name="WPS_1678941670" initials="W" lastIdx="1" clrIdx="210"/>
  <p:cmAuthor id="1252" name="曾涛" initials="A" lastIdx="0" clrIdx="1251"/>
  <p:cmAuthor id="233" name="yuexuejun" initials="" lastIdx="3" clrIdx="0"/>
  <p:cmAuthor id="234" name="未知的使用者71" initials="" lastIdx="1" clrIdx="1"/>
  <p:cmAuthor id="1253" name="Tian, Annabelle Dan" initials="TAD" lastIdx="0" clrIdx="1252"/>
  <p:cmAuthor id="235" name="未知的使用者105" initials="" lastIdx="1" clrIdx="0"/>
  <p:cmAuthor id="1254" name="孙 喵喵" initials="孙" lastIdx="0" clrIdx="1253"/>
  <p:cmAuthor id="236" name="Unknown User70" initials="" lastIdx="1" clrIdx="0"/>
  <p:cmAuthor id="1255" name="Jean" initials="J" lastIdx="0" clrIdx="1254"/>
  <p:cmAuthor id="326317" name="贾承翰" initials="贾" lastIdx="1" clrIdx="47"/>
  <p:cmAuthor id="1256" name="Tracy Tran" initials="TT" lastIdx="0" clrIdx="1255"/>
  <p:cmAuthor id="237" name="clinchen" initials="" lastIdx="0" clrIdx="1"/>
  <p:cmAuthor id="238" name="未知的使用者205" initials="未" lastIdx="0" clrIdx="1"/>
  <p:cmAuthor id="1257" name="宋洁然" initials="宋" lastIdx="0" clrIdx="1256"/>
  <p:cmAuthor id="239" name="hanjuncompany" initials="" lastIdx="1" clrIdx="0"/>
  <p:cmAuthor id="1258" name="ming qiu" initials="m" lastIdx="0" clrIdx="1257"/>
  <p:cmAuthor id="240" name="kathy chen" initials="" lastIdx="3" clrIdx="0"/>
  <p:cmAuthor id="1259" name="1206988966@qq.com" initials="1" lastIdx="0" clrIdx="1258"/>
  <p:cmAuthor id="241" name="未知的使用者63" initials="" lastIdx="1" clrIdx="0"/>
  <p:cmAuthor id="1260" name="姜伟光" initials="姜" lastIdx="0" clrIdx="1259"/>
  <p:cmAuthor id="242" name="未知的使用者64" initials="" lastIdx="3" clrIdx="1"/>
  <p:cmAuthor id="1261" name="Chan Cincin" initials="C" lastIdx="0" clrIdx="1260"/>
  <p:cmAuthor id="243" name="未知的使用者47" initials="" lastIdx="1" clrIdx="0"/>
  <p:cmAuthor id="1262" name="liliangx" initials="l" lastIdx="0" clrIdx="1261"/>
  <p:cmAuthor id="244" name="未知的使用者60" initials="" lastIdx="8" clrIdx="0"/>
  <p:cmAuthor id="1263" name="PC" initials="P" lastIdx="0" clrIdx="1262"/>
  <p:cmAuthor id="245" name="未知的使用者59" initials="" lastIdx="1" clrIdx="0"/>
  <p:cmAuthor id="1264" name="he wanggang" initials="hw" lastIdx="0" clrIdx="1263"/>
  <p:cmAuthor id="246" name="未知的使用者54" initials="" lastIdx="1" clrIdx="0"/>
  <p:cmAuthor id="1265" name="Chao GUO" initials="C" lastIdx="0" clrIdx="1264"/>
  <p:cmAuthor id="247" name="未知的使用者66" initials="" lastIdx="8" clrIdx="0"/>
  <p:cmAuthor id="1266" name="ljj" initials="l" lastIdx="0" clrIdx="1265"/>
  <p:cmAuthor id="248" name="未知的使用者65" initials="" lastIdx="1" clrIdx="0"/>
  <p:cmAuthor id="1267" name="凌 珏" initials="凌" lastIdx="0" clrIdx="1266"/>
  <p:cmAuthor id="249" name="未知的使用者106" initials="" lastIdx="3" clrIdx="1"/>
  <p:cmAuthor id="1268" name="13911355605@139.com" initials="1" lastIdx="0" clrIdx="1267"/>
  <p:cmAuthor id="250" name="未知的使用者107" initials="" lastIdx="1" clrIdx="1"/>
  <p:cmAuthor id="1269" name="1602张悦" initials="1" lastIdx="0" clrIdx="1268"/>
  <p:cmAuthor id="251" name="未知的使用者108" initials="" lastIdx="1" clrIdx="0"/>
  <p:cmAuthor id="1270" name="白健" initials="1" lastIdx="0" clrIdx="1269"/>
  <p:cmAuthor id="252" name="未知的使用者86" initials="" lastIdx="1" clrIdx="0"/>
  <p:cmAuthor id="1271" name="sunyufang" initials="s" lastIdx="0" clrIdx="1270"/>
  <p:cmAuthor id="253" name="未知的使用者116" initials="" lastIdx="1" clrIdx="1"/>
  <p:cmAuthor id="1272" name="肖戈" initials="肖" lastIdx="0" clrIdx="1271"/>
  <p:cmAuthor id="254" name="未知的使用者44" initials="" lastIdx="1" clrIdx="0"/>
  <p:cmAuthor id="1273" name="volcano2001" initials="v" lastIdx="0" clrIdx="1272"/>
  <p:cmAuthor id="255" name="未知的使用者37" initials="" lastIdx="1" clrIdx="0"/>
  <p:cmAuthor id="1274" name="Gxl-PC" initials="G" lastIdx="0" clrIdx="1273"/>
  <p:cmAuthor id="256" name="未知的使用者126" initials="" lastIdx="1" clrIdx="0"/>
  <p:cmAuthor id="1275" name="F先生" initials="F" lastIdx="0" clrIdx="1274"/>
  <p:cmAuthor id="257" name="未知的使用者127" initials="" lastIdx="3" clrIdx="1"/>
  <p:cmAuthor id="1276" name="余晗" initials="余" lastIdx="0" clrIdx="1275"/>
  <p:cmAuthor id="258" name="未知的使用者128" initials="" lastIdx="1" clrIdx="1"/>
  <p:cmAuthor id="1277" name="Melody" initials="M" lastIdx="0" clrIdx="1276"/>
  <p:cmAuthor id="259" name="未知的使用者124" initials="" lastIdx="1" clrIdx="0"/>
  <p:cmAuthor id="1278" name="94982" initials="9" lastIdx="0" clrIdx="1277"/>
  <p:cmAuthor id="260" name="未知的使用者125" initials="" lastIdx="1" clrIdx="0"/>
  <p:cmAuthor id="1279" name="dib" initials="d" lastIdx="0" clrIdx="1278"/>
  <p:cmAuthor id="261" name="Sara Chen" initials="" lastIdx="1" clrIdx="0"/>
  <p:cmAuthor id="1280" name="韩文颖" initials="韩" lastIdx="0" clrIdx="1279"/>
  <p:cmAuthor id="262" name="huang gerrard" initials="" lastIdx="1" clrIdx="0"/>
  <p:cmAuthor id="1281" name="未知用户10" initials="未知用户10" lastIdx="0" clrIdx="1280"/>
  <p:cmAuthor id="263" name="未知用户170" initials="" lastIdx="1" clrIdx="0"/>
  <p:cmAuthor id="1282" name="未知用户30" initials="未知用户30" lastIdx="0" clrIdx="1281"/>
  <p:cmAuthor id="264" name="未知用户171" initials="" lastIdx="5" clrIdx="1"/>
  <p:cmAuthor id="1283" name="未知用户54" initials="未知用户54" lastIdx="0" clrIdx="1282"/>
  <p:cmAuthor id="265" name="未知用户172" initials="" lastIdx="1" clrIdx="1"/>
  <p:cmAuthor id="1284" name="未知用户107" initials="未知用户107" lastIdx="0" clrIdx="1283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9" name="未知用户29" initials="" lastIdx="1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6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renyina" initials="r" lastIdx="1" clrIdx="322"/>
  <p:cmAuthor id="325" name="lingc" initials="l" lastIdx="1" clrIdx="324"/>
  <p:cmAuthor id="327" name="Cecilia" initials="C" lastIdx="1" clrIdx="326"/>
  <p:cmAuthor id="328" name="xueyan" initials="x" lastIdx="1" clrIdx="327"/>
  <p:cmAuthor id="329" name="未知的使用者79" initials="未" lastIdx="0" clrIdx="1"/>
  <p:cmAuthor id="330" name="13910" initials="1" lastIdx="8" clrIdx="329"/>
  <p:cmAuthor id="331" name="liyite" initials="l" lastIdx="1" clrIdx="330"/>
  <p:cmAuthor id="332" name="wangxinran" initials="w" lastIdx="1" clrIdx="331"/>
  <p:cmAuthor id="333" name="于书丹" initials="C" lastIdx="1" clrIdx="332"/>
  <p:cmAuthor id="334" name="zhoux" initials="z" lastIdx="1" clrIdx="333"/>
  <p:cmAuthor id="335" name="未知的使用者87" initials="未" lastIdx="1" clrIdx="0"/>
  <p:cmAuthor id="1372219363" name="WPS_1653443306" initials="W" lastIdx="1" clrIdx="207"/>
  <p:cmAuthor id="336" name="tonyliu" initials="t" lastIdx="4" clrIdx="335"/>
  <p:cmAuthor id="337" name="未知的使用者91" initials="未" lastIdx="1" clrIdx="0"/>
  <p:cmAuthor id="338" name="laichenxi" initials="u" lastIdx="1" clrIdx="337"/>
  <p:cmAuthor id="339" name="黄薇（IT）" initials="l" lastIdx="1" clrIdx="338"/>
  <p:cmAuthor id="340" name="zhoupeng" initials="z" lastIdx="5" clrIdx="339"/>
  <p:cmAuthor id="347" name="zhangxinyao" initials="z" lastIdx="1" clrIdx="346"/>
  <p:cmAuthor id="348" name="未知的使用者169" initials="未" lastIdx="1" clrIdx="0"/>
  <p:cmAuthor id="349" name="hp" initials="h" lastIdx="1" clrIdx="348"/>
  <p:cmAuthor id="350" name="huawei" initials="h" lastIdx="1" clrIdx="349"/>
  <p:cmAuthor id="351" name="未知的使用者173" initials="未" lastIdx="1" clrIdx="0"/>
  <p:cmAuthor id="353" name="yinqianqian" initials="y" lastIdx="1" clrIdx="352"/>
  <p:cmAuthor id="282562940" name="史俊怡" initials="史" lastIdx="1" clrIdx="560"/>
  <p:cmAuthor id="361" name="15090" initials="1" lastIdx="5" clrIdx="360"/>
  <p:cmAuthor id="287643683" name="石晓利" initials="C" lastIdx="1" clrIdx="13"/>
  <p:cmAuthor id="287643685" name="songlinyan" initials="s" lastIdx="2" clrIdx="44"/>
  <p:cmAuthor id="365" name="liuyanxue" initials="l" lastIdx="1" clrIdx="364"/>
  <p:cmAuthor id="287643686" name="YaoChunfen" initials="Y" lastIdx="1" clrIdx="39"/>
  <p:cmAuthor id="287643687" name="cheng" initials="c" lastIdx="13" clrIdx="0"/>
  <p:cmAuthor id="367" name="59314" initials="5" lastIdx="1" clrIdx="366"/>
  <p:cmAuthor id="368" name="liucunri" initials="l" lastIdx="1" clrIdx="0"/>
  <p:cmAuthor id="369" name="wangdaiyuan" initials="w" lastIdx="1" clrIdx="368"/>
  <p:cmAuthor id="372" name="dcis" initials="d" lastIdx="4" clrIdx="0"/>
  <p:cmAuthor id="374" name="未知的使用者146" initials="未" lastIdx="1" clrIdx="0"/>
  <p:cmAuthor id="378" name="未知用户86" initials="未" lastIdx="1" clrIdx="0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6" name="未知用户137" initials="未" lastIdx="10" clrIdx="0"/>
  <p:cmAuthor id="387" name="未知用户136" initials="未" lastIdx="1" clrIdx="1"/>
  <p:cmAuthor id="392" name="Unknown User25" initials="U" lastIdx="1" clrIdx="0"/>
  <p:cmAuthor id="398" name="Unknown User113" initials="U" lastIdx="1" clrIdx="0"/>
  <p:cmAuthor id="394525609" name="Jimmy-Power" initials="J" lastIdx="1" clrIdx="43"/>
  <p:cmAuthor id="394525610" name="dengwanting" initials="d" lastIdx="1" clrIdx="50"/>
  <p:cmAuthor id="394525612" name="goulei" initials="g" lastIdx="2" clrIdx="41"/>
  <p:cmAuthor id="411" name="alpha" initials="a" lastIdx="1" clrIdx="0"/>
  <p:cmAuthor id="412" name="未知的使用者161" initials="未" lastIdx="1" clrIdx="0"/>
  <p:cmAuthor id="414" name="Unknown User22" initials="U" lastIdx="1" clrIdx="0"/>
  <p:cmAuthor id="416" name="Unknown User114" initials="U" lastIdx="1" clrIdx="1"/>
  <p:cmAuthor id="417" name="Unknown User23" initials="U" lastIdx="1" clrIdx="0"/>
  <p:cmAuthor id="418" name="未知的使用者75" initials="未" lastIdx="1" clrIdx="0"/>
  <p:cmAuthor id="419" name="未知的使用者77" initials="未" lastIdx="1" clrIdx="0"/>
  <p:cmAuthor id="420" name="未知的使用者78" initials="未" lastIdx="5" clrIdx="1"/>
  <p:cmAuthor id="434565201" name="52Hz'" initials="5" lastIdx="1" clrIdx="573"/>
  <p:cmAuthor id="425" name="未知用户63" initials="未" lastIdx="1" clrIdx="0"/>
  <p:cmAuthor id="426" name="未知的使用者102" initials="未" lastIdx="5" clrIdx="1"/>
  <p:cmAuthor id="427" name="未知的使用者61" initials="未" lastIdx="1" clrIdx="0"/>
  <p:cmAuthor id="428" name="Unknown User52" initials="U" lastIdx="1" clrIdx="0"/>
  <p:cmAuthor id="429" name="未知用户112" initials="未" lastIdx="4" clrIdx="0"/>
  <p:cmAuthor id="430" name="未知的使用者183" initials="未" lastIdx="5" clrIdx="1"/>
  <p:cmAuthor id="431" name="未知用户162" initials="未" lastIdx="1" clrIdx="1"/>
  <p:cmAuthor id="432" name="未知用户163" initials="未" lastIdx="1" clrIdx="0"/>
  <p:cmAuthor id="433" name="未知的使用者140" initials="未" lastIdx="1" clrIdx="1"/>
  <p:cmAuthor id="434" name="lenovo" initials="l" lastIdx="1" clrIdx="433"/>
  <p:cmAuthor id="435" name="未知的使用者114" initials="未" lastIdx="1" clrIdx="0"/>
  <p:cmAuthor id="436" name="未知用户164" initials="未" lastIdx="1" clrIdx="0"/>
  <p:cmAuthor id="437" name="未知的使用者184" initials="未" lastIdx="8" clrIdx="0"/>
  <p:cmAuthor id="438" name="未知的使用者185" initials="未" lastIdx="10" clrIdx="0"/>
  <p:cmAuthor id="439" name="未知的使用者186" initials="未" lastIdx="1" clrIdx="0"/>
  <p:cmAuthor id="440" name="未知的使用者175" initials="未" lastIdx="8" clrIdx="0"/>
  <p:cmAuthor id="441" name="未知的使用者176" initials="未" lastIdx="1" clrIdx="0"/>
  <p:cmAuthor id="442" name="未知的使用者187" initials="未" lastIdx="1" clrIdx="0"/>
  <p:cmAuthor id="443" name="未知的使用者178" initials="未" lastIdx="1" clrIdx="0"/>
  <p:cmAuthor id="444" name="未知的使用者179" initials="未" lastIdx="1" clrIdx="0"/>
  <p:cmAuthor id="445" name="未知的使用者180" initials="未" lastIdx="2" clrIdx="0"/>
  <p:cmAuthor id="446" name="未知的使用者181" initials="未" lastIdx="7" clrIdx="1"/>
  <p:cmAuthor id="447" name="未知的使用者170" initials="未" lastIdx="43" clrIdx="1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未知的使用者160" initials="未" lastIdx="1" clrIdx="0"/>
  <p:cmAuthor id="453" name="未知的使用者143" initials="未" lastIdx="1" clrIdx="0"/>
  <p:cmAuthor id="454" name="王薇（政企）" initials="王" lastIdx="1" clrIdx="57"/>
  <p:cmAuthor id="455" name="未知的使用者144" initials="未" lastIdx="1" clrIdx="0"/>
  <p:cmAuthor id="456" name="未知的使用者145" initials="未" lastIdx="1" clrIdx="0"/>
  <p:cmAuthor id="457" name="未知用户165" initials="未" lastIdx="1" clrIdx="0"/>
  <p:cmAuthor id="458" name="未知的使用者147" initials="未" lastIdx="1" clrIdx="0"/>
  <p:cmAuthor id="459" name="未知用户166" initials="未" lastIdx="8" clrIdx="0"/>
  <p:cmAuthor id="460" name="未知的使用者149" initials="未" lastIdx="8" clrIdx="0"/>
  <p:cmAuthor id="461" name="未知用户167" initials="未" lastIdx="1" clrIdx="0"/>
  <p:cmAuthor id="462" name="未知用户168" initials="未" lastIdx="1" clrIdx="0"/>
  <p:cmAuthor id="463" name="未知用户169" initials="未" lastIdx="1" clrIdx="1"/>
  <p:cmAuthor id="464" name="未知用户202" initials="未" lastIdx="8" clrIdx="0"/>
  <p:cmAuthor id="465" name="未知的使用者220" initials="未" lastIdx="7" clrIdx="1"/>
  <p:cmAuthor id="466" name="未知用户134" initials="未" lastIdx="10" clrIdx="0"/>
  <p:cmAuthor id="467" name="未知用户135" initials="未" lastIdx="1" clrIdx="0"/>
  <p:cmAuthor id="468" name="未知用户205" initials="未" lastIdx="1" clrIdx="0"/>
  <p:cmAuthor id="469" name="未知的使用者157" initials="未" lastIdx="1" clrIdx="0"/>
  <p:cmAuthor id="470" name="未知的使用者204" initials="未" lastIdx="1" clrIdx="0"/>
  <p:cmAuthor id="471" name="未知的使用者237" initials="未" lastIdx="1" clrIdx="0"/>
  <p:cmAuthor id="472" name="zhangbin" initials="z" lastIdx="6" clrIdx="0"/>
  <p:cmAuthor id="473" name="Arno.Du(杜明星)" initials="A" lastIdx="0" clrIdx="0"/>
  <p:cmAuthor id="474" name="未知用户174" initials="未" lastIdx="1" clrIdx="0"/>
  <p:cmAuthor id="475" name="未知用户175" initials="未" lastIdx="1" clrIdx="1"/>
  <p:cmAuthor id="476" name="Unknown User27" initials="U" lastIdx="1" clrIdx="0"/>
  <p:cmAuthor id="477" name="Unknown User11" initials="U" lastIdx="0" clrIdx="1"/>
  <p:cmAuthor id="478" name="Unknown User112" initials="U" lastIdx="1" clrIdx="0"/>
  <p:cmAuthor id="479" name="Unknown User59" initials="U" lastIdx="1" clrIdx="0"/>
  <p:cmAuthor id="480" name="未知用户176" initials="未" lastIdx="1" clrIdx="0"/>
  <p:cmAuthor id="481" name="未知的使用者249" initials="未" lastIdx="43" clrIdx="1"/>
  <p:cmAuthor id="482" name="未知的使用者250" initials="未" lastIdx="1" clrIdx="0"/>
  <p:cmAuthor id="483" name="未知的使用者251" initials="未" lastIdx="2" clrIdx="0"/>
  <p:cmAuthor id="484" name="未知的使用者246" initials="未" lastIdx="1" clrIdx="1"/>
  <p:cmAuthor id="485" name="未知的使用者224" initials="未" lastIdx="1" clrIdx="0"/>
  <p:cmAuthor id="486" name="未知的使用者252" initials="未" lastIdx="1" clrIdx="0"/>
  <p:cmAuthor id="487" name="未知的使用者253" initials="未" lastIdx="1" clrIdx="0"/>
  <p:cmAuthor id="488" name="未知的使用者268" initials="未" lastIdx="2" clrIdx="0"/>
  <p:cmAuthor id="489" name="未知的使用者254" initials="未" lastIdx="1" clrIdx="0"/>
  <p:cmAuthor id="490" name="未知的使用者255" initials="未" lastIdx="1" clrIdx="0"/>
  <p:cmAuthor id="491" name="未知的使用者226" initials="未" lastIdx="8" clrIdx="0"/>
  <p:cmAuthor id="492" name="未知用户195" initials="未" lastIdx="1" clrIdx="0"/>
  <p:cmAuthor id="493" name="raymond luan" initials="r" lastIdx="0" clrIdx="0"/>
  <p:cmAuthor id="494" name="未知用户208" initials="未" lastIdx="1" clrIdx="0"/>
  <p:cmAuthor id="495" name="未知用户198" initials="未" lastIdx="1" clrIdx="0"/>
  <p:cmAuthor id="496" name="未知用户209" initials="未" lastIdx="1" clrIdx="0"/>
  <p:cmAuthor id="497" name="未知用户36" initials="未" lastIdx="1" clrIdx="0"/>
  <p:cmAuthor id="498" name="未知的使用者154" initials="未" lastIdx="1" clrIdx="0"/>
  <p:cmAuthor id="499" name="WANGZF" initials="W" lastIdx="4" clrIdx="2"/>
  <p:cmAuthor id="500" name="未知用户94" initials="未" lastIdx="0" clrIdx="1"/>
  <p:cmAuthor id="501" name="未知的使用者188" initials="未" lastIdx="1" clrIdx="0"/>
  <p:cmAuthor id="502" name="未知用户118" initials="未" lastIdx="1" clrIdx="0"/>
  <p:cmAuthor id="503" name="未知用户119" initials="未" lastIdx="5" clrIdx="1"/>
  <p:cmAuthor id="504" name="未知用户120" initials="未" lastIdx="8" clrIdx="0"/>
  <p:cmAuthor id="505" name="未知用户121" initials="未" lastIdx="1" clrIdx="0"/>
  <p:cmAuthor id="506" name="未知用户122" initials="未" lastIdx="1" clrIdx="0"/>
  <p:cmAuthor id="507" name="未知的使用者164" initials="未" lastIdx="8" clrIdx="0"/>
  <p:cmAuthor id="508" name="未知的使用者134" initials="未" lastIdx="1" clrIdx="0"/>
  <p:cmAuthor id="509" name="未知的使用者136" initials="未" lastIdx="1" clrIdx="0"/>
  <p:cmAuthor id="510" name="未知的使用者139" initials="未" lastIdx="1" clrIdx="0"/>
  <p:cmAuthor id="511" name="未知的使用者247" initials="未" lastIdx="6" clrIdx="0"/>
  <p:cmAuthor id="1411827" name="黄晓平" initials="黄" lastIdx="0" clrIdx="0"/>
  <p:cmAuthor id="1411828" name="Mr.Wu" initials="M" lastIdx="2" clrIdx="41"/>
  <p:cmAuthor id="1411829" name="haha" initials="h" lastIdx="2" clrIdx="44"/>
  <p:cmAuthor id="517" name="alexw" initials="a" lastIdx="1" clrIdx="516"/>
  <p:cmAuthor id="521" name="未知用户268" initials="未" lastIdx="1" clrIdx="0"/>
  <p:cmAuthor id="522" name="未知用户269" initials="未" lastIdx="2" clrIdx="0"/>
  <p:cmAuthor id="191251538" name="zeyang wu" initials="zw" lastIdx="27" clrIdx="53"/>
  <p:cmAuthor id="523" name="未知的使用者270" initials="未" lastIdx="1" clrIdx="0"/>
  <p:cmAuthor id="524" name="未知用户250" initials="未" lastIdx="0" clrIdx="0"/>
  <p:cmAuthor id="191251540" name="康效龙" initials="u" lastIdx="2" clrIdx="44"/>
  <p:cmAuthor id="525" name="未知用户272" initials="未" lastIdx="10" clrIdx="0"/>
  <p:cmAuthor id="191251541" name="孙 笑庆" initials="孙" lastIdx="12" clrIdx="16"/>
  <p:cmAuthor id="526" name="未知的使用者230" initials="未" lastIdx="1" clrIdx="0"/>
  <p:cmAuthor id="191251542" name="yang.yuan" initials="y" lastIdx="0" clrIdx="17"/>
  <p:cmAuthor id="527" name="未知的使用者231" initials="未" lastIdx="1" clrIdx="0"/>
  <p:cmAuthor id="191251543" name="于洪宇_rMRzAZZ7" initials="authorId_260024" lastIdx="580781421" clrIdx="0"/>
  <p:cmAuthor id="528" name="cs" initials="x" lastIdx="3" clrIdx="527"/>
  <p:cmAuthor id="191251544" name="李敏" initials="LJ" lastIdx="1" clrIdx="71"/>
  <p:cmAuthor id="529" name="未知的使用者233" initials="未" lastIdx="1" clrIdx="0"/>
  <p:cmAuthor id="530" name="11794" initials="1" lastIdx="1" clrIdx="529"/>
  <p:cmAuthor id="531" name="未知的使用者235" initials="未" lastIdx="1" clrIdx="0"/>
  <p:cmAuthor id="532" name="未知的使用者236" initials="未" lastIdx="1" clrIdx="0"/>
  <p:cmAuthor id="533" name="未知的使用者257" initials="未" lastIdx="1" clrIdx="0"/>
  <p:cmAuthor id="534" name="未知的使用者171" initials="未" lastIdx="3" clrIdx="1"/>
  <p:cmAuthor id="535" name="未知的使用者238" initials="未" lastIdx="2" clrIdx="0"/>
  <p:cmAuthor id="536" name="未知的使用者239" initials="未" lastIdx="1" clrIdx="1"/>
  <p:cmAuthor id="537" name="未知的使用者240" initials="未" lastIdx="1" clrIdx="0"/>
  <p:cmAuthor id="538" name="未知的使用者241" initials="未" lastIdx="1" clrIdx="0"/>
  <p:cmAuthor id="539" name="未知的使用者242" initials="未" lastIdx="2" clrIdx="0"/>
  <p:cmAuthor id="540" name="未知的使用者243" initials="未" lastIdx="1" clrIdx="0"/>
  <p:cmAuthor id="541" name="未知的使用者258" initials="未" lastIdx="8" clrIdx="0"/>
  <p:cmAuthor id="542" name="未知的使用者259" initials="未" lastIdx="1" clrIdx="0"/>
  <p:cmAuthor id="543" name="未知的使用者260" initials="未" lastIdx="1" clrIdx="0"/>
  <p:cmAuthor id="708433799" name="清泺 戴" initials="清戴" lastIdx="25" clrIdx="36"/>
  <p:cmAuthor id="544" name="未知的使用者261" initials="未" lastIdx="11" clrIdx="0"/>
  <p:cmAuthor id="708433800" name="Xin Wang (IB)" initials="X" lastIdx="1" clrIdx="207"/>
  <p:cmAuthor id="545" name="未知的使用者262" initials="未" lastIdx="7" clrIdx="1"/>
  <p:cmAuthor id="546" name="未知的使用者263" initials="未" lastIdx="1" clrIdx="2"/>
  <p:cmAuthor id="547" name="未知的使用者264" initials="未" lastIdx="1" clrIdx="0"/>
  <p:cmAuthor id="548" name="未知的使用者265" initials="未" lastIdx="1" clrIdx="0"/>
  <p:cmAuthor id="549" name="未知的使用者266" initials="未" lastIdx="1" clrIdx="1"/>
  <p:cmAuthor id="550" name="未知的使用者267" initials="未" lastIdx="1" clrIdx="0"/>
  <p:cmAuthor id="552" name="未知的使用者269" initials="未" lastIdx="7" clrIdx="1"/>
  <p:cmAuthor id="553" name="刘晖" initials="刘" lastIdx="1" clrIdx="0"/>
  <p:cmAuthor id="554" name="victo" initials="v" lastIdx="1" clrIdx="553"/>
  <p:cmAuthor id="555" name="HAUWEI" initials="H" lastIdx="1" clrIdx="554"/>
  <p:cmAuthor id="556" name="未知用户197" initials="未" lastIdx="1" clrIdx="0"/>
  <p:cmAuthor id="557" name="未知用户157" initials="未" lastIdx="8" clrIdx="0"/>
  <p:cmAuthor id="559" name="未知用户159" initials="未" lastIdx="1" clrIdx="0"/>
  <p:cmAuthor id="560" name="未知用户160" initials="未" lastIdx="2" clrIdx="0"/>
  <p:cmAuthor id="561" name="Administrator" initials="A" lastIdx="1" clrIdx="560"/>
  <p:cmAuthor id="564" name="未知用户319" initials="未" lastIdx="1" clrIdx="0"/>
  <p:cmAuthor id="566" name="未知用户87" initials="未" lastIdx="1" clrIdx="0"/>
  <p:cmAuthor id="567" name="未知用户88" initials="未" lastIdx="1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01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231976950" name="挚爱一生♥祺" initials="挚" lastIdx="2" clrIdx="337"/>
  <p:cmAuthor id="581" name="未知用户178" initials="未" lastIdx="1" clrIdx="0"/>
  <p:cmAuthor id="582" name="未知用户180" initials="未" lastIdx="1" clrIdx="1"/>
  <p:cmAuthor id="583" name="未知用户192" initials="未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589" name="未知用户295" initials="未" lastIdx="1" clrIdx="0"/>
  <p:cmAuthor id="590" name="未知用户297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未知用户199" initials="未" lastIdx="1" clrIdx="0"/>
  <p:cmAuthor id="595" name="未知用户187" initials="未" lastIdx="10" clrIdx="0"/>
  <p:cmAuthor id="596" name="xhero05" initials="x" lastIdx="0" clrIdx="595"/>
  <p:cmAuthor id="597" name="catherine" initials="c" lastIdx="1" clrIdx="1"/>
  <p:cmAuthor id="598" name="杜兆福" initials="u" lastIdx="0" clrIdx="597"/>
  <p:cmAuthor id="599" name="Unknown User117" initials="U" lastIdx="0" clrIdx="598"/>
  <p:cmAuthor id="600" name="未知用户287" initials="未" lastIdx="0" clrIdx="1"/>
  <p:cmAuthor id="601" name="未知用户288" initials="未" lastIdx="1" clrIdx="0"/>
  <p:cmAuthor id="602" name="未知的使用者88" initials="未" lastIdx="1" clrIdx="0"/>
  <p:cmAuthor id="603" name="未知的使用者89" initials="未" lastIdx="5" clrIdx="0"/>
  <p:cmAuthor id="604" name="未知用户310" initials="未" lastIdx="1" clrIdx="0"/>
  <p:cmAuthor id="606" name="未知的使用者119" initials="" lastIdx="0" clrIdx="605"/>
  <p:cmAuthor id="607" name="未知用户59" initials="" lastIdx="0" clrIdx="606"/>
  <p:cmAuthor id="608" name="未知的使用者22" initials="" lastIdx="0" clrIdx="607"/>
  <p:cmAuthor id="609" name="未知用户230" initials="未" lastIdx="1" clrIdx="0"/>
  <p:cmAuthor id="610" name="Wenwen" initials="" lastIdx="0" clrIdx="609"/>
  <p:cmAuthor id="611" name="未知用户216" initials="未" lastIdx="1" clrIdx="0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15" name="未知用户114" initials="" lastIdx="0" clrIdx="614"/>
  <p:cmAuthor id="616" name="未知用户219" initials="未" lastIdx="6" clrIdx="0"/>
  <p:cmAuthor id="617" name="未知用户222" initials="未" lastIdx="1" clrIdx="0"/>
  <p:cmAuthor id="618" name="未知用户200" initials="未" lastIdx="8" clrIdx="0"/>
  <p:cmAuthor id="619" name="未知用户213" initials="未" lastIdx="1" clrIdx="0"/>
  <p:cmAuthor id="620" name="未知用户214" initials="未" lastIdx="2" clrIdx="0"/>
  <p:cmAuthor id="621" name="未知用户215" initials="未" lastIdx="1" clrIdx="0"/>
  <p:cmAuthor id="622" name="未知用户231" initials="未" lastIdx="1" clrIdx="0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4" clrIdx="1"/>
  <p:cmAuthor id="630" name="v15194" initials="v" lastIdx="5" clrIdx="87"/>
  <p:cmAuthor id="631" name="mm" initials="" lastIdx="0" clrIdx="630"/>
  <p:cmAuthor id="632" name="朱晓瑜" initials="" lastIdx="0" clrIdx="631"/>
  <p:cmAuthor id="633" name="Carol Kelly" initials="C" lastIdx="1" clrIdx="0"/>
  <p:cmAuthor id="634" name="未知的使用者155" initials="未" lastIdx="1" clrIdx="0"/>
  <p:cmAuthor id="635" name="未知的使用者7" initials="" lastIdx="0" clrIdx="634"/>
  <p:cmAuthor id="636" name="Unknown User58" initials="U" lastIdx="1" clrIdx="0"/>
  <p:cmAuthor id="637" name="Unknown User55" initials="U" lastIdx="1" clrIdx="1"/>
  <p:cmAuthor id="638" name="未知用户343" initials="未" lastIdx="1" clrIdx="0"/>
  <p:cmAuthor id="640" name="未知用户47" initials="" lastIdx="0" clrIdx="639"/>
  <p:cmAuthor id="641" name="未知用户106" initials="未" lastIdx="0" clrIdx="640"/>
  <p:cmAuthor id="643" name="未知的使用者150" initials="未" lastIdx="0" clrIdx="642"/>
  <p:cmAuthor id="645" name="不明使用者12" initials="不" lastIdx="3" clrIdx="1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9" name="未知的使用者35" initials="未" lastIdx="0" clrIdx="658"/>
  <p:cmAuthor id="665" name="Sharon" initials="S" lastIdx="1" clrIdx="2"/>
  <p:cmAuthor id="666" name="yangxy" initials="y" lastIdx="1" clrIdx="88"/>
  <p:cmAuthor id="312655342" name="Mr 传龙" initials="M" lastIdx="1" clrIdx="44"/>
  <p:cmAuthor id="684" name="CORE" initials="C" lastIdx="0" clrIdx="683"/>
  <p:cmAuthor id="710" name="王景涛" initials="王" lastIdx="0" clrIdx="709"/>
  <p:cmAuthor id="711" name="蔓真" initials="蔓真" lastIdx="0" clrIdx="710"/>
  <p:cmAuthor id="712" name="赵学良" initials="u" lastIdx="0" clrIdx="711"/>
  <p:cmAuthor id="713" name="13127207@qq.com" initials="" lastIdx="0" clrIdx="712"/>
  <p:cmAuthor id="714" name="yi" initials="" lastIdx="0" clrIdx="713"/>
  <p:cmAuthor id="715" name="王沼" initials="" lastIdx="0" clrIdx="714"/>
  <p:cmAuthor id="716" name="sunwe" initials="" lastIdx="0" clrIdx="715"/>
  <p:cmAuthor id="717" name="tao chang" initials="" lastIdx="0" clrIdx="716"/>
  <p:cmAuthor id="718" name="zh" initials="" lastIdx="0" clrIdx="717"/>
  <p:cmAuthor id="719" name="Dua32" initials="" lastIdx="0" clrIdx="718"/>
  <p:cmAuthor id="720" name="t-xiaofei.liu" initials="" lastIdx="0" clrIdx="719"/>
  <p:cmAuthor id="721" name="仲强" initials="" lastIdx="0" clrIdx="720"/>
  <p:cmAuthor id="722" name="tang jishuang" initials="" lastIdx="0" clrIdx="721"/>
  <p:cmAuthor id="723" name="叶晓林" initials="" lastIdx="0" clrIdx="722"/>
  <p:cmAuthor id="724" name="孙文宗_buuyAZZf" initials="" lastIdx="0" clrIdx="723"/>
  <p:cmAuthor id="725" name="Vanessa Carels van de Vliet" initials="" lastIdx="0" clrIdx="724"/>
  <p:cmAuthor id="726" name="范 雪婷" initials="" lastIdx="0" clrIdx="725"/>
  <p:cmAuthor id="727" name="卢 火" initials="" lastIdx="0" clrIdx="726"/>
  <p:cmAuthor id="728" name="Chen Landycl" initials="" lastIdx="0" clrIdx="727"/>
  <p:cmAuthor id="729" name="袁 璐" initials="" lastIdx="0" clrIdx="728"/>
  <p:cmAuthor id="730" name="GeekEK" initials="" lastIdx="0" clrIdx="729"/>
  <p:cmAuthor id="731" name="shuai" initials="" lastIdx="0" clrIdx="730"/>
  <p:cmAuthor id="732" name="91335" initials="" lastIdx="0" clrIdx="731"/>
  <p:cmAuthor id="733" name="李亚欣" initials="" lastIdx="0" clrIdx="732"/>
  <p:cmAuthor id="734" name="zhihu" initials="" lastIdx="0" clrIdx="733"/>
  <p:cmAuthor id="735" name="gyx" initials="g" lastIdx="0" clrIdx="734"/>
  <p:cmAuthor id="736" name="戴 岩" initials="戴" lastIdx="0" clrIdx="735"/>
  <p:cmAuthor id="737" name="LiSen" initials="L" lastIdx="0" clrIdx="736"/>
  <p:cmAuthor id="738" name="z" initials="z" lastIdx="0" clrIdx="737"/>
  <p:cmAuthor id="739" name="Ryan" initials="R" lastIdx="0" clrIdx="738"/>
  <p:cmAuthor id="740" name="laoke1984@outlook.com" initials="l" lastIdx="0" clrIdx="739"/>
  <p:cmAuthor id="741" name="李浩" initials="李" lastIdx="0" clrIdx="740"/>
  <p:cmAuthor id="744" name="wentao.zhang" initials="" lastIdx="0" clrIdx="743"/>
  <p:cmAuthor id="745" name="曾红" initials="曾" lastIdx="0" clrIdx="744"/>
  <p:cmAuthor id="746" name="李明" initials="李" lastIdx="0" clrIdx="745"/>
  <p:cmAuthor id="747" name="未知的使用者85" initials="未" lastIdx="0" clrIdx="746"/>
  <p:cmAuthor id="748" name="未知的使用者90" initials="未" lastIdx="0" clrIdx="747"/>
  <p:cmAuthor id="749" name="CHRISYU" initials="C" lastIdx="0" clrIdx="748"/>
  <p:cmAuthor id="750" name="Unknown User48" initials="U" lastIdx="0" clrIdx="749"/>
  <p:cmAuthor id="751" name="Unknown User50" initials="U" lastIdx="0" clrIdx="750"/>
  <p:cmAuthor id="752" name="王丽君" initials="王" lastIdx="0" clrIdx="751"/>
  <p:cmAuthor id="753" name="Xia Ting" initials="X" lastIdx="0" clrIdx="752"/>
  <p:cmAuthor id="754" name="未知的使用者153" initials="未" lastIdx="0" clrIdx="753"/>
  <p:cmAuthor id="755" name="未知的使用者151" initials="未" lastIdx="0" clrIdx="754"/>
  <p:cmAuthor id="756" name="未知用户89" initials="未" lastIdx="0" clrIdx="755"/>
  <p:cmAuthor id="757" name="未知的使用者227" initials="未" lastIdx="0" clrIdx="756"/>
  <p:cmAuthor id="758" name="未知用户1" initials="未知用户1" lastIdx="0" clrIdx="757"/>
  <p:cmAuthor id="759" name="未知用户12" initials="未知用户12" lastIdx="0" clrIdx="758"/>
  <p:cmAuthor id="760" name="未知用户37" initials="未知用户37" lastIdx="0" clrIdx="759"/>
  <p:cmAuthor id="761" name="lilan" initials="l" lastIdx="0" clrIdx="760"/>
  <p:cmAuthor id="762" name="Chen Jeff" initials="CJ" lastIdx="0" clrIdx="761"/>
  <p:cmAuthor id="763" name="lianghb" initials="l" lastIdx="0" clrIdx="762"/>
  <p:cmAuthor id="764" name="未知用户142" initials="未知用户142" lastIdx="0" clrIdx="763"/>
  <p:cmAuthor id="765" name="未知用户51" initials="未" lastIdx="0" clrIdx="764"/>
  <p:cmAuthor id="766" name="未知的使用者16" initials="未" lastIdx="0" clrIdx="765"/>
  <p:cmAuthor id="767" name="未知用户144" initials="未知用户144" lastIdx="0" clrIdx="766"/>
  <p:cmAuthor id="768" name="未知用户177" initials="未知用户177" lastIdx="0" clrIdx="767"/>
  <p:cmAuthor id="769" name="未知用户145" initials="未知用户145" lastIdx="0" clrIdx="768"/>
  <p:cmAuthor id="770" name="未知用户104" initials="未知用户104" lastIdx="0" clrIdx="769"/>
  <p:cmAuthor id="771" name="P1063cindychen" initials="P" lastIdx="0" clrIdx="770"/>
  <p:cmAuthor id="772" name="px" initials="p" lastIdx="0" clrIdx="771"/>
  <p:cmAuthor id="773" name="LiuHui" initials="L" lastIdx="0" clrIdx="772"/>
  <p:cmAuthor id="774" name="AbuSina" initials="A" lastIdx="0" clrIdx="773"/>
  <p:cmAuthor id="775" name="未知用户146" initials="未知用户146" lastIdx="0" clrIdx="774"/>
  <p:cmAuthor id="776" name="未知用户147" initials="未知用户147" lastIdx="0" clrIdx="775"/>
  <p:cmAuthor id="777" name="未知的使用者6" initials="未" lastIdx="0" clrIdx="776"/>
  <p:cmAuthor id="229306347" name="马一杰" initials="马" lastIdx="1" clrIdx="39"/>
  <p:cmAuthor id="778" name="未知用户148" initials="未知用户148" lastIdx="0" clrIdx="777"/>
  <p:cmAuthor id="779" name="廖麗華" initials="廖" lastIdx="0" clrIdx="778"/>
  <p:cmAuthor id="780" name="未知的使用者12" initials="未" lastIdx="0" clrIdx="779"/>
  <p:cmAuthor id="781" name="liupeng" initials="l" lastIdx="0" clrIdx="780"/>
  <p:cmAuthor id="782" name="luxu" initials="l" lastIdx="0" clrIdx="781"/>
  <p:cmAuthor id="783" name="hl sun" initials="h" lastIdx="0" clrIdx="782"/>
  <p:cmAuthor id="784" name="未知的使用者76" initials="未" lastIdx="0" clrIdx="783"/>
  <p:cmAuthor id="785" name="未知的使用者73" initials="未" lastIdx="0" clrIdx="784"/>
  <p:cmAuthor id="786" name="Christina" initials="C" lastIdx="0" clrIdx="785"/>
  <p:cmAuthor id="787" name="jet" initials="j" lastIdx="0" clrIdx="786"/>
  <p:cmAuthor id="788" name="未知用户103" initials="未" lastIdx="0" clrIdx="787"/>
  <p:cmAuthor id="789" name="未知用户102" initials="未" lastIdx="0" clrIdx="788"/>
  <p:cmAuthor id="790" name="未知用户99" initials="未" lastIdx="0" clrIdx="789"/>
  <p:cmAuthor id="791" name="未知的使用者92" initials="未" lastIdx="0" clrIdx="790"/>
  <p:cmAuthor id="792" name="未知的使用者93" initials="未" lastIdx="0" clrIdx="791"/>
  <p:cmAuthor id="793" name="未知的使用者120" initials="未" lastIdx="0" clrIdx="792"/>
  <p:cmAuthor id="794" name="未知的使用者121" initials="未" lastIdx="0" clrIdx="793"/>
  <p:cmAuthor id="795" name="未知用户123" initials="未" lastIdx="0" clrIdx="794"/>
  <p:cmAuthor id="796" name="未知用户125" initials="未" lastIdx="0" clrIdx="795"/>
  <p:cmAuthor id="797" name="未知用户84" initials="未" lastIdx="0" clrIdx="796"/>
  <p:cmAuthor id="798" name="未知用户105" initials="未" lastIdx="0" clrIdx="797"/>
  <p:cmAuthor id="799" name="未知用户182" initials="未知用户182" lastIdx="0" clrIdx="798"/>
  <p:cmAuthor id="800" name="未知的使用者4" initials="未" lastIdx="0" clrIdx="799"/>
  <p:cmAuthor id="801" name="Ted Su" initials="T" lastIdx="0" clrIdx="800"/>
  <p:cmAuthor id="803" name="未知用户85" initials="未" lastIdx="0" clrIdx="802"/>
  <p:cmAuthor id="804" name="未知用户185" initials="未知用户185" lastIdx="0" clrIdx="803"/>
  <p:cmAuthor id="805" name="未知用户186" initials="未知用户186" lastIdx="0" clrIdx="804"/>
  <p:cmAuthor id="806" name="未知用户127" initials="未" lastIdx="0" clrIdx="805"/>
  <p:cmAuthor id="807" name="shinin" initials="s" lastIdx="0" clrIdx="806"/>
  <p:cmAuthor id="808" name="Unknown User28" initials="U" lastIdx="0" clrIdx="807"/>
  <p:cmAuthor id="809" name="Unknown User111" initials="U" lastIdx="0" clrIdx="808"/>
  <p:cmAuthor id="810" name="未知用户189" initials="未知用户189" lastIdx="0" clrIdx="809"/>
  <p:cmAuthor id="811" name="未知用户190" initials="未知用户190" lastIdx="0" clrIdx="810"/>
  <p:cmAuthor id="812" name="未知用户191" initials="未知用户191" lastIdx="0" clrIdx="811"/>
  <p:cmAuthor id="813" name="未知用户193" initials="未知用户193" lastIdx="0" clrIdx="812"/>
  <p:cmAuthor id="419306066" name="Sunshine" initials="S" lastIdx="2" clrIdx="138"/>
  <p:cmAuthor id="814" name="未知用户194" initials="未知用户194" lastIdx="0" clrIdx="813"/>
  <p:cmAuthor id="815" name="未知的使用者113" initials="未" lastIdx="0" clrIdx="814"/>
  <p:cmAuthor id="816" name="未知的使用者118" initials="未" lastIdx="0" clrIdx="815"/>
  <p:cmAuthor id="817" name="未知的使用者115" initials="未" lastIdx="0" clrIdx="816"/>
  <p:cmAuthor id="818" name="未知用户66" initials="未" lastIdx="0" clrIdx="817"/>
  <p:cmAuthor id="819" name="H1900" initials="H" lastIdx="0" clrIdx="818"/>
  <p:cmAuthor id="820" name="王航" initials="王" lastIdx="0" clrIdx="819"/>
  <p:cmAuthor id="821" name="回校" initials="回" lastIdx="0" clrIdx="820"/>
  <p:cmAuthor id="822" name="lenovo0" initials="l" lastIdx="0" clrIdx="821"/>
  <p:cmAuthor id="823" name="Tracy" initials="T" lastIdx="0" clrIdx="822"/>
  <p:cmAuthor id="824" name="yangdi" initials="y" lastIdx="0" clrIdx="823"/>
  <p:cmAuthor id="825" name="sunxp002" initials="s" lastIdx="0" clrIdx="824"/>
  <p:cmAuthor id="826" name="吴晓梅" initials="吴" lastIdx="0" clrIdx="825"/>
  <p:cmAuthor id="827" name="徐 宁" initials="徐" lastIdx="0" clrIdx="826"/>
  <p:cmAuthor id="691587975" name="Huxiaojian" initials="H" lastIdx="0" clrIdx="518"/>
  <p:cmAuthor id="828" name="QBOSSCHEN" initials="Q" lastIdx="0" clrIdx="827"/>
  <p:cmAuthor id="829" name="pangyt" initials="p" lastIdx="0" clrIdx="828"/>
  <p:cmAuthor id="830" name="pangxw01" initials="p" lastIdx="0" clrIdx="829"/>
  <p:cmAuthor id="831" name="Calvin G" initials="C" lastIdx="0" clrIdx="830"/>
  <p:cmAuthor id="832" name="张莹" initials="张" lastIdx="0" clrIdx="831"/>
  <p:cmAuthor id="833" name="MC SYSTEM" initials="M" lastIdx="0" clrIdx="832"/>
  <p:cmAuthor id="834" name="spring_ren" initials="s" lastIdx="0" clrIdx="833"/>
  <p:cmAuthor id="49837067" name="刘浩" initials="刘" lastIdx="180431" clrIdx="0"/>
  <p:cmAuthor id="835" name="viola_yang" initials="v" lastIdx="0" clrIdx="834"/>
  <p:cmAuthor id="836" name="李璐---寿险总公司营销管理部" initials="李" lastIdx="0" clrIdx="835"/>
  <p:cmAuthor id="49837069" name="he zhirui" initials="hz" lastIdx="1" clrIdx="82"/>
  <p:cmAuthor id="837" name="xuqing" initials="x" lastIdx="0" clrIdx="836"/>
  <p:cmAuthor id="49837070" name="伟哥" initials="伟哥" lastIdx="1" clrIdx="138"/>
  <p:cmAuthor id="838" name="王顶" initials="王" lastIdx="0" clrIdx="837"/>
  <p:cmAuthor id="49837071" name="Windows User" initials="WU" lastIdx="3" clrIdx="207"/>
  <p:cmAuthor id="839" name="minty minty" initials="m" lastIdx="0" clrIdx="838"/>
  <p:cmAuthor id="840" name="松 李" initials="松" lastIdx="0" clrIdx="839"/>
  <p:cmAuthor id="841" name="CHEN LONG" initials="C" lastIdx="0" clrIdx="840"/>
  <p:cmAuthor id="842" name="彬 罗" initials="彬" lastIdx="0" clrIdx="841"/>
  <p:cmAuthor id="843" name="cuizijin01" initials="c" lastIdx="0" clrIdx="842"/>
  <p:cmAuthor id="844" name="刘盛潮" initials="刘" lastIdx="0" clrIdx="843"/>
  <p:cmAuthor id="845" name="1 mac" initials="1" lastIdx="0" clrIdx="844"/>
  <p:cmAuthor id="846" name="新萝卜家园" initials="新" lastIdx="0" clrIdx="845"/>
  <p:cmAuthor id="847" name="songchunhua" initials="s" lastIdx="0" clrIdx="846"/>
  <p:cmAuthor id="848" name="宋春华" initials="宋" lastIdx="0" clrIdx="847"/>
  <p:cmAuthor id="849" name="lixiaosong" initials="l" lastIdx="0" clrIdx="848"/>
  <p:cmAuthor id="850" name="yanqiqi-lgd" initials="y" lastIdx="0" clrIdx="849"/>
  <p:cmAuthor id="851" name="番茄花园" initials="番" lastIdx="0" clrIdx="850"/>
  <p:cmAuthor id="852" name="caoyq0624" initials="c" lastIdx="0" clrIdx="851"/>
  <p:cmAuthor id="853" name="方朝军/产品推动室/产品开发推广部/总公司" initials="方" lastIdx="0" clrIdx="852"/>
  <p:cmAuthor id="854" name="zq" initials="z" lastIdx="0" clrIdx="853"/>
  <p:cmAuthor id="855" name="temp" initials="t" lastIdx="0" clrIdx="854"/>
  <p:cmAuthor id="856" name="Q Q" initials="Q" lastIdx="0" clrIdx="855"/>
  <p:cmAuthor id="857" name="柳 先涛" initials="柳" lastIdx="0" clrIdx="856"/>
  <p:cmAuthor id="858" name="liquanxi" initials="l" lastIdx="0" clrIdx="857"/>
  <p:cmAuthor id="859" name="Tracy Chen" initials="T" lastIdx="0" clrIdx="858"/>
  <p:cmAuthor id="860" name="dongwc0205" initials="d" lastIdx="0" clrIdx="859"/>
  <p:cmAuthor id="861" name="yuancc04" initials="y" lastIdx="0" clrIdx="860"/>
  <p:cmAuthor id="862" name="Xinyi" initials="X" lastIdx="0" clrIdx="861"/>
  <p:cmAuthor id="863" name="万户网络" initials="万" lastIdx="0" clrIdx="862"/>
  <p:cmAuthor id="864" name="YANGS-PC" initials="Y" lastIdx="0" clrIdx="863"/>
  <p:cmAuthor id="865" name="何慧丽" initials="何" lastIdx="0" clrIdx="864"/>
  <p:cmAuthor id="866" name="袁 玥挺" initials="袁" lastIdx="0" clrIdx="865"/>
  <p:cmAuthor id="867" name="hy-tkyl" initials="h" lastIdx="0" clrIdx="866"/>
  <p:cmAuthor id="868" name="49254" initials="4" lastIdx="0" clrIdx="867"/>
  <p:cmAuthor id="869" name="刘莎" initials="刘" lastIdx="0" clrIdx="868"/>
  <p:cmAuthor id="870" name="ydx2003new@163.com" initials="y" lastIdx="0" clrIdx="869"/>
  <p:cmAuthor id="871" name="岳文甲" initials="岳" lastIdx="0" clrIdx="870"/>
  <p:cmAuthor id="872" name="91huhang" initials="9" lastIdx="0" clrIdx="871"/>
  <p:cmAuthor id="873" name="Ray" initials="R" lastIdx="0" clrIdx="872"/>
  <p:cmAuthor id="874" name="Ms" initials="M" lastIdx="0" clrIdx="873"/>
  <p:cmAuthor id="875" name="ProMedican" initials="P" lastIdx="0" clrIdx="874"/>
  <p:cmAuthor id="876" name="侯清英" initials="侯" lastIdx="0" clrIdx="875"/>
  <p:cmAuthor id="877" name="齐登宝" initials="齐" lastIdx="0" clrIdx="876"/>
  <p:cmAuthor id="878" name="Student" initials="S" lastIdx="0" clrIdx="877"/>
  <p:cmAuthor id="879" name="李增增" initials="李" lastIdx="0" clrIdx="878"/>
  <p:cmAuthor id="880" name="ht guo" initials="h" lastIdx="0" clrIdx="879"/>
  <p:cmAuthor id="881" name="梁潇-lhq" initials="梁" lastIdx="0" clrIdx="880"/>
  <p:cmAuthor id="882" name="超乎想象" initials="超" lastIdx="0" clrIdx="881"/>
  <p:cmAuthor id="883" name="Windows" initials="W" lastIdx="0" clrIdx="882"/>
  <p:cmAuthor id="884" name="547716734@qq.com" initials="5" lastIdx="0" clrIdx="883"/>
  <p:cmAuthor id="885" name="郭书含" initials="郭" lastIdx="0" clrIdx="884"/>
  <p:cmAuthor id="886" name="sivaram" initials="s" lastIdx="0" clrIdx="885"/>
  <p:cmAuthor id="887" name="刘淼" initials="刘" lastIdx="0" clrIdx="886"/>
  <p:cmAuthor id="888" name="Office 365" initials="O" lastIdx="0" clrIdx="887"/>
  <p:cmAuthor id="889" name="1716266060@qq.com" initials="1" lastIdx="0" clrIdx="888"/>
  <p:cmAuthor id="890" name="程学春 cxc" initials="程" lastIdx="0" clrIdx="889"/>
  <p:cmAuthor id="891" name="chenli8" initials="c" lastIdx="0" clrIdx="890"/>
  <p:cmAuthor id="892" name="448097321@qq.com" initials="4" lastIdx="0" clrIdx="891"/>
  <p:cmAuthor id="893" name="zhumin1" initials="z" lastIdx="0" clrIdx="892"/>
  <p:cmAuthor id="894" name="FS" initials="F" lastIdx="0" clrIdx="893"/>
  <p:cmAuthor id="895" name="Temp" initials="T" lastIdx="0" clrIdx="894"/>
  <p:cmAuthor id="896" name="刘岸亮" initials="刘" lastIdx="0" clrIdx="895"/>
  <p:cmAuthor id="897" name="雍中婧" initials="雍" lastIdx="0" clrIdx="896"/>
  <p:cmAuthor id="898" name="任斐" initials="任" lastIdx="0" clrIdx="897"/>
  <p:cmAuthor id="899" name="kylin3" initials="k" lastIdx="0" clrIdx="898"/>
  <p:cmAuthor id="900" name="肖 雷" initials="肖" lastIdx="0" clrIdx="899"/>
  <p:cmAuthor id="146566727" name="xzb1" initials="x" lastIdx="1" clrIdx="1"/>
  <p:cmAuthor id="901" name="lin lin" initials="l" lastIdx="0" clrIdx="900"/>
  <p:cmAuthor id="902" name="邓蓉榕" initials="邓" lastIdx="0" clrIdx="901"/>
  <p:cmAuthor id="903" name="Sky.Wang" initials="S" lastIdx="0" clrIdx="902"/>
  <p:cmAuthor id="904" name="wangll132" initials="w" lastIdx="0" clrIdx="903"/>
  <p:cmAuthor id="905" name="张 步伟" initials="张" lastIdx="0" clrIdx="904"/>
  <p:cmAuthor id="47245821" name="郏鹏" initials="M" lastIdx="1" clrIdx="17"/>
  <p:cmAuthor id="906" name="misery" initials="m" lastIdx="0" clrIdx="905"/>
  <p:cmAuthor id="907" name="王聪" initials="" lastIdx="0" clrIdx="906"/>
  <p:cmAuthor id="908" name="Chi, Evangeline Z." initials="" lastIdx="0" clrIdx="907"/>
  <p:cmAuthor id="909" name="W sc" initials="" lastIdx="0" clrIdx="908"/>
  <p:cmAuthor id="910" name="sharon" initials="s" lastIdx="0" clrIdx="909"/>
  <p:cmAuthor id="911" name="未知的使用者57" initials="未" lastIdx="0" clrIdx="910"/>
  <p:cmAuthor id="912" name="maxine" initials="m" lastIdx="0" clrIdx="911"/>
  <p:cmAuthor id="913" name="未知的使用者40" initials="未" lastIdx="0" clrIdx="912"/>
  <p:cmAuthor id="914" name="未知的使用者167" initials="未" lastIdx="0" clrIdx="913"/>
  <p:cmAuthor id="915" name="未知的使用者42" initials="未" lastIdx="0" clrIdx="914"/>
  <p:cmAuthor id="916" name="未知的使用者45" initials="未" lastIdx="0" clrIdx="915"/>
  <p:cmAuthor id="917" name="未知的使用者195" initials="未" lastIdx="0" clrIdx="916"/>
  <p:cmAuthor id="918" name="未知用户39" initials="未" lastIdx="0" clrIdx="917"/>
  <p:cmAuthor id="919" name="王嘉偉" initials="王" lastIdx="0" clrIdx="918"/>
  <p:cmAuthor id="920" name="FanJQ" initials="F" lastIdx="0" clrIdx="919"/>
  <p:cmAuthor id="921" name="Unknown User24" initials="U" lastIdx="0" clrIdx="920"/>
  <p:cmAuthor id="922" name="未知用户95" initials="未" lastIdx="0" clrIdx="921"/>
  <p:cmAuthor id="923" name="未知的使用者62" initials="未" lastIdx="0" clrIdx="922"/>
  <p:cmAuthor id="924" name="未知的使用者58" initials="未" lastIdx="0" clrIdx="923"/>
  <p:cmAuthor id="925" name="未知用户38" initials="未" lastIdx="0" clrIdx="924"/>
  <p:cmAuthor id="926" name="Vicky" initials="V" lastIdx="0" clrIdx="925"/>
  <p:cmAuthor id="927" name="刘云轩" initials="刘" lastIdx="0" clrIdx="926"/>
  <p:cmAuthor id="928" name="未知用户161" initials="未知用户161" lastIdx="0" clrIdx="927"/>
  <p:cmAuthor id="929" name="未知的使用者80" initials="未" lastIdx="0" clrIdx="928"/>
  <p:cmAuthor id="930" name="未知的使用者82" initials="未" lastIdx="0" clrIdx="929"/>
  <p:cmAuthor id="931" name="王雅平_aUvyjQZr" initials="authorId_244729476" lastIdx="0" clrIdx="930"/>
  <p:cmAuthor id="932" name="未知的使用者83" initials="未" lastIdx="0" clrIdx="931"/>
  <p:cmAuthor id="933" name="未知的使用者84" initials="未" lastIdx="0" clrIdx="932"/>
  <p:cmAuthor id="934" name="王长有" initials="王长有" lastIdx="0" clrIdx="933"/>
  <p:cmAuthor id="630218807" name="@" initials="@" lastIdx="1" clrIdx="35"/>
  <p:cmAuthor id="935" name="王旭明" initials="王旭明" lastIdx="0" clrIdx="934"/>
  <p:cmAuthor id="936" name="Estelle Wang" initials="EW" lastIdx="0" clrIdx="935"/>
  <p:cmAuthor id="937" name="齐天雄" initials="齐" lastIdx="0" clrIdx="936"/>
  <p:cmAuthor id="938" name="石国辉" initials="石" lastIdx="0" clrIdx="937"/>
  <p:cmAuthor id="939" name="YangTing" initials="Y" lastIdx="0" clrIdx="938"/>
  <p:cmAuthor id="940" name="张意" initials="张" lastIdx="0" clrIdx="939"/>
  <p:cmAuthor id="941" name="吕 美军" initials="吕" lastIdx="0" clrIdx="940"/>
  <p:cmAuthor id="942" name="XMY" initials="X" lastIdx="0" clrIdx="941"/>
  <p:cmAuthor id="943" name="wang alice" initials="wa" lastIdx="0" clrIdx="942"/>
  <p:cmAuthor id="944" name="韩笑" initials="u" lastIdx="0" clrIdx="943"/>
  <p:cmAuthor id="945" name="沈星谷" initials="SXG" lastIdx="0" clrIdx="944"/>
  <p:cmAuthor id="946" name="X FOLD" initials="X" lastIdx="0" clrIdx="945"/>
  <p:cmAuthor id="947" name="Chen Jian-Xin" initials="cjx" lastIdx="0" clrIdx="946"/>
  <p:cmAuthor id="948" name="lillian" initials="l" lastIdx="0" clrIdx="947"/>
  <p:cmAuthor id="949" name="未知的使用者218" initials="未" lastIdx="0" clrIdx="948"/>
  <p:cmAuthor id="950" name="未知用户463" initials="未" lastIdx="0" clrIdx="949"/>
  <p:cmAuthor id="951" name="未知的使用者219" initials="未" lastIdx="0" clrIdx="950"/>
  <p:cmAuthor id="952" name="未知的使用者152" initials="未" lastIdx="0" clrIdx="951"/>
  <p:cmAuthor id="953" name="未知用户467" initials="未" lastIdx="0" clrIdx="952"/>
  <p:cmAuthor id="954" name="未知的使用者156" initials="未" lastIdx="0" clrIdx="953"/>
  <p:cmAuthor id="955" name="未知的使用者129" initials="未" lastIdx="0" clrIdx="954"/>
  <p:cmAuthor id="956" name="未知用户468" initials="未" lastIdx="0" clrIdx="955"/>
  <p:cmAuthor id="957" name="未知的使用者130" initials="未" lastIdx="0" clrIdx="956"/>
  <p:cmAuthor id="958" name="未知的使用者131" initials="未" lastIdx="0" clrIdx="957"/>
  <p:cmAuthor id="959" name="未知用户469" initials="未" lastIdx="0" clrIdx="958"/>
  <p:cmAuthor id="960" name="未知的使用者132" initials="未" lastIdx="0" clrIdx="959"/>
  <p:cmAuthor id="961" name="zxc" initials="z" lastIdx="0" clrIdx="960"/>
  <p:cmAuthor id="962" name="未知用户458" initials="未" lastIdx="0" clrIdx="961"/>
  <p:cmAuthor id="963" name="未知的使用者172" initials="未" lastIdx="0" clrIdx="962"/>
  <p:cmAuthor id="964" name="朱 楠楠" initials="朱" lastIdx="0" clrIdx="963"/>
  <p:cmAuthor id="965" name="未知用户470" initials="未" lastIdx="0" clrIdx="964"/>
  <p:cmAuthor id="966" name="安 启飞" initials="安" lastIdx="0" clrIdx="965"/>
  <p:cmAuthor id="967" name="未知用户471" initials="未" lastIdx="0" clrIdx="966"/>
  <p:cmAuthor id="968" name="未知用户472" initials="未" lastIdx="0" clrIdx="967"/>
  <p:cmAuthor id="969" name="jialuo" initials="j" lastIdx="0" clrIdx="968"/>
  <p:cmAuthor id="970" name="未知用户473" initials="未" lastIdx="0" clrIdx="969"/>
  <p:cmAuthor id="971" name="macos" initials="m" lastIdx="0" clrIdx="970"/>
  <p:cmAuthor id="972" name="未知用户453" initials="未" lastIdx="0" clrIdx="971"/>
  <p:cmAuthor id="973" name="未知用户474" initials="未" lastIdx="0" clrIdx="972"/>
  <p:cmAuthor id="974" name="未知用户475" initials="未" lastIdx="0" clrIdx="973"/>
  <p:cmAuthor id="975" name="未知用户476" initials="未" lastIdx="0" clrIdx="974"/>
  <p:cmAuthor id="976" name="未知用户459" initials="未" lastIdx="0" clrIdx="975"/>
  <p:cmAuthor id="977" name="未知用户489" initials="未" lastIdx="0" clrIdx="976"/>
  <p:cmAuthor id="978" name="未知用户488" initials="未" lastIdx="0" clrIdx="977"/>
  <p:cmAuthor id="979" name="未知用户490" initials="未" lastIdx="0" clrIdx="978"/>
  <p:cmAuthor id="980" name="未知用户477" initials="未" lastIdx="0" clrIdx="979"/>
  <p:cmAuthor id="981" name="未知用户478" initials="未" lastIdx="0" clrIdx="980"/>
  <p:cmAuthor id="2000" name="王泓" initials="authorId_564720922" lastIdx="1" clrIdx="0"/>
  <p:cmAuthor id="2001" name="li" initials="l" lastIdx="1" clrIdx="43"/>
  <p:cmAuthor id="982" name="未知用户479" initials="未" lastIdx="0" clrIdx="981"/>
  <p:cmAuthor id="2002" name="陈 姣" initials="陈" lastIdx="2" clrIdx="34"/>
  <p:cmAuthor id="983" name="未知用户480" initials="未" lastIdx="0" clrIdx="982"/>
  <p:cmAuthor id="2003" name="xuting@sn.cmcc" initials="A" lastIdx="1" clrIdx="40"/>
  <p:cmAuthor id="984" name="未知用户481" initials="未" lastIdx="0" clrIdx="983"/>
  <p:cmAuthor id="2004" name="范 斌" initials="范" lastIdx="1" clrIdx="36"/>
  <p:cmAuthor id="985" name="未知用户482" initials="未" lastIdx="0" clrIdx="984"/>
  <p:cmAuthor id="986" name="未知用户483" initials="未" lastIdx="0" clrIdx="985"/>
  <p:cmAuthor id="987" name="未知用户484" initials="未" lastIdx="0" clrIdx="986"/>
  <p:cmAuthor id="988" name="未知用户485" initials="未" lastIdx="0" clrIdx="987"/>
  <p:cmAuthor id="989" name="未知用户486" initials="未" lastIdx="0" clrIdx="988"/>
  <p:cmAuthor id="990" name="梁鹏" initials="u" lastIdx="0" clrIdx="989"/>
  <p:cmAuthor id="991" name="未知用户452" initials="未" lastIdx="0" clrIdx="990"/>
  <p:cmAuthor id="992" name="未知用户456" initials="未" lastIdx="0" clrIdx="991"/>
  <p:cmAuthor id="993" name="未知用户464" initials="未" lastIdx="0" clrIdx="992"/>
  <p:cmAuthor id="210492767" name="李 嘉" initials="李" lastIdx="1" clrIdx="26"/>
  <p:cmAuthor id="994" name="未知用户487" initials="未" lastIdx="0" clrIdx="993"/>
  <p:cmAuthor id="210492768" name="zhang" initials="z" lastIdx="2" clrIdx="35"/>
  <p:cmAuthor id="995" name="X1" initials="X" lastIdx="0" clrIdx="994"/>
  <p:cmAuthor id="210492769" name="CNPC" initials="C" lastIdx="10" clrIdx="71"/>
  <p:cmAuthor id="996" name="seki" initials="s" lastIdx="0" clrIdx="995"/>
  <p:cmAuthor id="210492770" name="V" initials="V" lastIdx="29" clrIdx="43"/>
  <p:cmAuthor id="997" name="周宏達JerryChou" initials="" lastIdx="0" clrIdx="996"/>
  <p:cmAuthor id="998" name="Miss 豆" initials="M" lastIdx="0" clrIdx="997"/>
  <p:cmAuthor id="999" name="未知用户7" initials="" lastIdx="0" clrIdx="998"/>
  <p:cmAuthor id="1000" name="未知的使用者56" initials="" lastIdx="0" clrIdx="999"/>
  <p:cmAuthor id="1001" name="未知用户46" initials="未" lastIdx="0" clrIdx="1000"/>
  <p:cmAuthor id="1002" name="未知的使用者103" initials="" lastIdx="0" clrIdx="1001"/>
  <p:cmAuthor id="1003" name="未知的使用者117" initials="" lastIdx="0" clrIdx="1002"/>
  <p:cmAuthor id="1004" name="未知的使用者33" initials="" lastIdx="0" clrIdx="1003"/>
  <p:cmAuthor id="1005" name="未知的使用者28" initials="" lastIdx="0" clrIdx="1004"/>
  <p:cmAuthor id="1006" name="未知用户67" initials="" lastIdx="0" clrIdx="1005"/>
  <p:cmAuthor id="1007" name="未知的使用者67" initials="" lastIdx="0" clrIdx="1006"/>
  <p:cmAuthor id="1008" name="未知的使用者46" initials="" lastIdx="0" clrIdx="1007"/>
  <p:cmAuthor id="1009" name="未知的使用者26" initials="" lastIdx="0" clrIdx="1008"/>
  <p:cmAuthor id="1010" name="未知的使用者43" initials="" lastIdx="0" clrIdx="1009"/>
  <p:cmAuthor id="1011" name="未知的使用者9" initials="" lastIdx="0" clrIdx="1010"/>
  <p:cmAuthor id="1012" name="未知用户62" initials="" lastIdx="0" clrIdx="1011"/>
  <p:cmAuthor id="1013" name="yuanzh" initials="" lastIdx="0" clrIdx="1012"/>
  <p:cmAuthor id="1014" name="不明使用者57" initials="" lastIdx="0" clrIdx="1013"/>
  <p:cmAuthor id="1015" name="未知用户108" initials="" lastIdx="0" clrIdx="1014"/>
  <p:cmAuthor id="1016" name="未知的使用者110" initials="" lastIdx="0" clrIdx="1015"/>
  <p:cmAuthor id="1017" name="linyd" initials="" lastIdx="0" clrIdx="1016"/>
  <p:cmAuthor id="1018" name="未知的使用者31" initials="" lastIdx="0" clrIdx="1017"/>
  <p:cmAuthor id="693" name="ting yue" initials="t" lastIdx="0" clrIdx="692"/>
  <p:cmAuthor id="695" name="jk-an" initials="j" lastIdx="0" clrIdx="694"/>
  <p:cmAuthor id="698" name="49554261@qq.com" initials="4" lastIdx="0" clrIdx="697"/>
  <p:cmAuthor id="700" name="Liu Dong" initials="L" lastIdx="0" clrIdx="699"/>
  <p:cmAuthor id="702" name="Zhao Jing" initials="Z" lastIdx="0" clrIdx="701"/>
  <p:cmAuthor id="704" name="xiaver xiaver" initials="xx" lastIdx="0" clrIdx="703"/>
  <p:cmAuthor id="1207" name="zhang chen" initials="zc" lastIdx="0" clrIdx="1206"/>
  <p:cmAuthor id="1208" name="杨传书" initials="杨" lastIdx="0" clrIdx="1207"/>
  <p:cmAuthor id="1209" name="lichangsheng" initials="l" lastIdx="0" clrIdx="1208"/>
  <p:cmAuthor id="1210" name="婷子" initials="" lastIdx="0" clrIdx="1209"/>
  <p:cmAuthor id="1211" name="Feng, Jackie Wei" initials="" lastIdx="0" clrIdx="1210"/>
  <p:cmAuthor id="1212" name="祝惠蓉" initials="" lastIdx="0" clrIdx="1211"/>
  <p:cmAuthor id="1213" name="陈俊奕" initials="" lastIdx="0" clrIdx="1212"/>
  <p:cmAuthor id="1214" name="宋海锐" initials="" lastIdx="0" clrIdx="1213"/>
  <p:cmAuthor id="1215" name="张 明晖" initials="" lastIdx="0" clrIdx="1214"/>
  <p:cmAuthor id="1216" name="乔乔妈" initials="乔" lastIdx="0" clrIdx="1215"/>
  <p:cmAuthor id="1217" name="thinkbap" initials="t" lastIdx="0" clrIdx="1216"/>
  <p:cmAuthor id="1218" name="任嵬" initials="z" lastIdx="0" clrIdx="1217"/>
  <p:cmAuthor id="1219" name="未知的使用者94" initials="未" lastIdx="0" clrIdx="1218"/>
  <p:cmAuthor id="1220" name="未知的使用者70" initials="未" lastIdx="0" clrIdx="1219"/>
  <p:cmAuthor id="1221" name="马妍" initials="马" lastIdx="0" clrIdx="1220"/>
  <p:cmAuthor id="1222" name="檀晟 陈" initials="檀晟" lastIdx="0" clrIdx="1221"/>
  <p:cmAuthor id="1223" name="COLIN" initials="N" lastIdx="0" clrIdx="1222"/>
  <p:cmAuthor id="1224" name="Sailing" initials="S" lastIdx="0" clrIdx="1223"/>
  <p:cmAuthor id="1225" name="CWP" initials="C" lastIdx="0" clrIdx="1224"/>
  <p:cmAuthor id="1226" name="李靠昆" initials="李" lastIdx="0" clrIdx="1225"/>
  <p:cmAuthor id="1227" name="宋克" initials="宋克" lastIdx="0" clrIdx="1226"/>
  <p:cmAuthor id="1228" name="Microsoft 帐户" initials="M帐" lastIdx="0" clrIdx="1227"/>
  <p:cmAuthor id="1229" name="顾磊" initials="A" lastIdx="0" clrIdx="1228"/>
  <p:cmAuthor id="1230" name="王 志超" initials="王" lastIdx="0" clrIdx="1229"/>
  <p:cmAuthor id="1231" name="rik" initials="r" lastIdx="0" clrIdx="1230"/>
  <p:cmAuthor id="1232" name="MLOONG" initials="M" lastIdx="0" clrIdx="1231"/>
  <p:cmAuthor id="1233" name="LeeElva" initials="L" lastIdx="0" clrIdx="1232"/>
  <p:cmAuthor id="1234" name="未知用户143" initials="未知用户143" lastIdx="0" clrIdx="1233"/>
  <p:cmAuthor id="1235" name="Mary Feil-Jacobs" initials="M" lastIdx="0" clrIdx="1234"/>
  <p:cmAuthor id="1236" name="jiansheng li" initials="j" lastIdx="0" clrIdx="1235"/>
  <p:cmAuthor id="1237" name="时方赛" initials="时" lastIdx="0" clrIdx="123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5F9FC"/>
    <a:srgbClr val="FFE7E7"/>
    <a:srgbClr val="48A088"/>
    <a:srgbClr val="FFC1C1"/>
    <a:srgbClr val="F7FAFF"/>
    <a:srgbClr val="4472C4"/>
    <a:srgbClr val="1669DF"/>
    <a:srgbClr val="0766D4"/>
    <a:srgbClr val="010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8" autoAdjust="0"/>
    <p:restoredTop sz="89677" autoAdjust="0"/>
  </p:normalViewPr>
  <p:slideViewPr>
    <p:cSldViewPr snapToGrid="0" showGuides="1">
      <p:cViewPr varScale="1">
        <p:scale>
          <a:sx n="148" d="100"/>
          <a:sy n="148" d="100"/>
        </p:scale>
        <p:origin x="460" y="88"/>
      </p:cViewPr>
      <p:guideLst>
        <p:guide orient="horz" pos="4245"/>
        <p:guide pos="724"/>
        <p:guide orient="horz" pos="1318"/>
        <p:guide pos="5542"/>
        <p:guide pos="27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388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4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7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152" cy="497005"/>
          </a:xfrm>
          <a:prstGeom prst="rect">
            <a:avLst/>
          </a:prstGeom>
        </p:spPr>
        <p:txBody>
          <a:bodyPr vert="horz" lIns="88066" tIns="44033" rIns="88066" bIns="44033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08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8472" y="0"/>
            <a:ext cx="2944152" cy="497005"/>
          </a:xfrm>
          <a:prstGeom prst="rect">
            <a:avLst/>
          </a:prstGeom>
        </p:spPr>
        <p:txBody>
          <a:bodyPr vert="horz" lIns="88066" tIns="44033" rIns="88066" bIns="44033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09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08689"/>
            <a:ext cx="2944152" cy="497004"/>
          </a:xfrm>
          <a:prstGeom prst="rect">
            <a:avLst/>
          </a:prstGeom>
        </p:spPr>
        <p:txBody>
          <a:bodyPr vert="horz" lIns="88066" tIns="44033" rIns="88066" bIns="44033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10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8472" y="9408689"/>
            <a:ext cx="2944152" cy="497004"/>
          </a:xfrm>
          <a:prstGeom prst="rect">
            <a:avLst/>
          </a:prstGeom>
        </p:spPr>
        <p:txBody>
          <a:bodyPr vert="horz" lIns="88066" tIns="44033" rIns="88066" bIns="44033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1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031" cy="496299"/>
          </a:xfrm>
          <a:prstGeom prst="rect">
            <a:avLst/>
          </a:prstGeom>
        </p:spPr>
        <p:txBody>
          <a:bodyPr vert="horz" lIns="88066" tIns="44033" rIns="88066" bIns="44033" rtlCol="0"/>
          <a:lstStyle>
            <a:lvl1pPr algn="l">
              <a:defRPr sz="1200"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49002" name="日期占位符 2"/>
          <p:cNvSpPr>
            <a:spLocks noGrp="1"/>
          </p:cNvSpPr>
          <p:nvPr>
            <p:ph type="dt" idx="1"/>
          </p:nvPr>
        </p:nvSpPr>
        <p:spPr>
          <a:xfrm>
            <a:off x="3848951" y="1"/>
            <a:ext cx="2944030" cy="496299"/>
          </a:xfrm>
          <a:prstGeom prst="rect">
            <a:avLst/>
          </a:prstGeom>
        </p:spPr>
        <p:txBody>
          <a:bodyPr vert="horz" lIns="88066" tIns="44033" rIns="88066" bIns="44033" rtlCol="0"/>
          <a:lstStyle>
            <a:lvl1pPr algn="r">
              <a:defRPr sz="1200">
                <a:cs typeface="微软雅黑" panose="020B0503020204020204" charset="-122"/>
              </a:defRPr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003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7038" y="1238250"/>
            <a:ext cx="5942012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066" tIns="44033" rIns="88066" bIns="44033" rtlCol="0" anchor="ctr"/>
          <a:lstStyle/>
          <a:p>
            <a:endParaRPr lang="zh-CN" altLang="en-US"/>
          </a:p>
        </p:txBody>
      </p:sp>
      <p:sp>
        <p:nvSpPr>
          <p:cNvPr id="1049004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209" y="4767849"/>
            <a:ext cx="5435600" cy="3899709"/>
          </a:xfrm>
          <a:prstGeom prst="rect">
            <a:avLst/>
          </a:prstGeom>
        </p:spPr>
        <p:txBody>
          <a:bodyPr vert="horz" lIns="88066" tIns="44033" rIns="88066" bIns="44033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9005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09701"/>
            <a:ext cx="2944031" cy="496299"/>
          </a:xfrm>
          <a:prstGeom prst="rect">
            <a:avLst/>
          </a:prstGeom>
        </p:spPr>
        <p:txBody>
          <a:bodyPr vert="horz" lIns="88066" tIns="44033" rIns="88066" bIns="44033" rtlCol="0" anchor="b"/>
          <a:lstStyle>
            <a:lvl1pPr algn="l">
              <a:defRPr sz="1200"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49006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8951" y="9409701"/>
            <a:ext cx="2944030" cy="496299"/>
          </a:xfrm>
          <a:prstGeom prst="rect">
            <a:avLst/>
          </a:prstGeom>
        </p:spPr>
        <p:txBody>
          <a:bodyPr vert="horz" lIns="88066" tIns="44033" rIns="88066" bIns="44033" rtlCol="0" anchor="b"/>
          <a:lstStyle>
            <a:lvl1pPr algn="r">
              <a:defRPr sz="1200">
                <a:cs typeface="微软雅黑" panose="020B0503020204020204" charset="-122"/>
              </a:defRPr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7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altLang="zh-CN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588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83285"/>
            <a:fld id="{E6C4E10E-0D6E-4584-9622-8691374B2975}" type="slidenum">
              <a:rPr lang="zh-CN" altLang="en-US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4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880745"/>
            <a:fld id="{ABFC4468-4DAB-4758-9EA7-900A1764BD57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1" descr="C2 多媒体办公系统01-08.jpg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407795" y="4027170"/>
            <a:ext cx="10784205" cy="2005965"/>
          </a:xfrm>
          <a:prstGeom prst="rect">
            <a:avLst/>
          </a:prstGeom>
        </p:spPr>
      </p:pic>
      <p:pic>
        <p:nvPicPr>
          <p:cNvPr id="2097153" name="Picture 1"/>
          <p:cNvPicPr>
            <a:picLocks noChangeAspect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57225" y="4028440"/>
            <a:ext cx="9452610" cy="2004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标题 1"/>
          <p:cNvSpPr>
            <a:spLocks noGrp="1"/>
          </p:cNvSpPr>
          <p:nvPr>
            <p:ph type="title" hasCustomPrompt="1"/>
          </p:nvPr>
        </p:nvSpPr>
        <p:spPr>
          <a:xfrm>
            <a:off x="233045" y="227965"/>
            <a:ext cx="10782935" cy="499110"/>
          </a:xfrm>
          <a:prstGeom prst="rect">
            <a:avLst/>
          </a:prstGeom>
        </p:spPr>
        <p:txBody>
          <a:bodyPr lIns="91434" tIns="45718" rIns="91434" bIns="45718" anchor="ctr"/>
          <a:lstStyle>
            <a:lvl1pPr algn="l">
              <a:def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单击此处编辑版标题样式</a:t>
            </a:r>
            <a:endParaRPr lang="zh-CN" altLang="en-US" dirty="0"/>
          </a:p>
        </p:txBody>
      </p:sp>
      <p:pic>
        <p:nvPicPr>
          <p:cNvPr id="2097155" name="图片 14" descr="未标题-1-01.pn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1016615" y="81915"/>
            <a:ext cx="850265" cy="682625"/>
          </a:xfrm>
          <a:prstGeom prst="rect">
            <a:avLst/>
          </a:prstGeom>
        </p:spPr>
      </p:pic>
      <p:cxnSp>
        <p:nvCxnSpPr>
          <p:cNvPr id="3145728" name="Straight Connector 4"/>
          <p:cNvCxnSpPr>
            <a:cxnSpLocks noChangeShapeType="1"/>
          </p:cNvCxnSpPr>
          <p:nvPr userDrawn="1"/>
        </p:nvCxnSpPr>
        <p:spPr bwMode="auto">
          <a:xfrm flipV="1">
            <a:off x="300000" y="854174"/>
            <a:ext cx="11592000" cy="11113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</a:ln>
        </p:spPr>
      </p:cxnSp>
      <p:sp>
        <p:nvSpPr>
          <p:cNvPr id="1048598" name="文本框 5"/>
          <p:cNvSpPr txBox="1"/>
          <p:nvPr userDrawn="1"/>
        </p:nvSpPr>
        <p:spPr>
          <a:xfrm>
            <a:off x="5808000" y="6571003"/>
            <a:ext cx="576000" cy="261608"/>
          </a:xfrm>
          <a:prstGeom prst="rect">
            <a:avLst/>
          </a:prstGeom>
          <a:noFill/>
        </p:spPr>
        <p:txBody>
          <a:bodyPr wrap="square" lIns="91434" tIns="45718" rIns="91434" bIns="45718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9423354-4AF7-4F7A-A32E-1CED1DA7F8BB}" type="slidenum">
              <a:rPr kumimoji="1" lang="zh-CN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8338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kumimoji="1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8338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工智能项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AC Banner"/>
          <p:cNvSpPr>
            <a:spLocks noChangeArrowheads="1"/>
          </p:cNvSpPr>
          <p:nvPr>
            <p:custDataLst>
              <p:tags r:id="rId2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F9900"/>
          </a:solidFill>
          <a:ln w="12700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2097247" name="图片 2078"/>
          <p:cNvPicPr>
            <a:picLocks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2" y="0"/>
            <a:ext cx="211666" cy="158750"/>
          </a:xfrm>
          <a:prstGeom prst="rect">
            <a:avLst/>
          </a:prstGeom>
          <a:noFill/>
        </p:spPr>
      </p:pic>
      <p:sp>
        <p:nvSpPr>
          <p:cNvPr id="1048901" name="Title 2"/>
          <p:cNvSpPr>
            <a:spLocks noGrp="1"/>
          </p:cNvSpPr>
          <p:nvPr>
            <p:ph type="title"/>
          </p:nvPr>
        </p:nvSpPr>
        <p:spPr>
          <a:xfrm>
            <a:off x="575733" y="2745334"/>
            <a:ext cx="10972800" cy="8905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FFFFFF"/>
                </a:solidFill>
                <a:ea typeface="微软雅黑" panose="020B050302020402020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48902" name="矩形 1024"/>
          <p:cNvSpPr>
            <a:spLocks noChangeAspect="1"/>
          </p:cNvSpPr>
          <p:nvPr/>
        </p:nvSpPr>
        <p:spPr>
          <a:xfrm>
            <a:off x="0" y="0"/>
            <a:ext cx="203200" cy="152400"/>
          </a:xfrm>
          <a:prstGeom prst="rect">
            <a:avLst/>
          </a:prstGeom>
          <a:noFill/>
          <a:ln w="9525"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317" name="图片 3" descr="C2 多媒体办公系统01-1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1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准_含故事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C2 多媒体办公系统01-09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8"/>
            <a:ext cx="12192000" cy="6857193"/>
          </a:xfrm>
          <a:prstGeom prst="rect">
            <a:avLst/>
          </a:prstGeom>
        </p:spPr>
      </p:pic>
      <p:sp>
        <p:nvSpPr>
          <p:cNvPr id="17" name="文本框 12"/>
          <p:cNvSpPr txBox="1"/>
          <p:nvPr userDrawn="1"/>
        </p:nvSpPr>
        <p:spPr>
          <a:xfrm>
            <a:off x="8496333" y="6226540"/>
            <a:ext cx="2435282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65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FZLanTingHeiS-B-GB"/>
              </a:rPr>
              <a:t>中国石油化工集团有限公司</a:t>
            </a:r>
            <a:endParaRPr kumimoji="1" lang="zh-CN" altLang="en-US" sz="1465" dirty="0">
              <a:solidFill>
                <a:srgbClr val="0D0D0D"/>
              </a:solidFill>
              <a:latin typeface="方正兰亭中黑简体" panose="02000000000000000000" charset="-122"/>
              <a:ea typeface="方正兰亭中黑简体" panose="02000000000000000000" charset="-122"/>
              <a:cs typeface="FZLanTingHeiS-B-GB"/>
            </a:endParaRPr>
          </a:p>
        </p:txBody>
      </p:sp>
      <p:sp>
        <p:nvSpPr>
          <p:cNvPr id="18" name="文本框 16"/>
          <p:cNvSpPr txBox="1"/>
          <p:nvPr userDrawn="1"/>
        </p:nvSpPr>
        <p:spPr>
          <a:xfrm>
            <a:off x="8940800" y="6452243"/>
            <a:ext cx="16678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S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I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N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O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P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E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C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G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R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O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U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P</a:t>
            </a:r>
            <a:endParaRPr kumimoji="1" lang="zh-CN" altLang="en-US" sz="800" b="1" kern="2200" spc="53" baseline="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HYDaSongJ"/>
              <a:cs typeface="Arial" panose="020B0604020202020204"/>
            </a:endParaRPr>
          </a:p>
        </p:txBody>
      </p:sp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338647" y="116632"/>
            <a:ext cx="11510561" cy="7200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spcAft>
                <a:spcPts val="600"/>
              </a:spcAft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7" name="Straight Connector 4"/>
          <p:cNvCxnSpPr>
            <a:cxnSpLocks noChangeShapeType="1"/>
          </p:cNvCxnSpPr>
          <p:nvPr userDrawn="1"/>
        </p:nvCxnSpPr>
        <p:spPr bwMode="auto">
          <a:xfrm flipV="1">
            <a:off x="329208" y="825599"/>
            <a:ext cx="11520000" cy="11113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文本框 1"/>
          <p:cNvSpPr txBox="1"/>
          <p:nvPr userDrawn="1"/>
        </p:nvSpPr>
        <p:spPr>
          <a:xfrm>
            <a:off x="11112313" y="6282968"/>
            <a:ext cx="576000" cy="338550"/>
          </a:xfrm>
          <a:prstGeom prst="rect">
            <a:avLst/>
          </a:prstGeom>
          <a:noFill/>
        </p:spPr>
        <p:txBody>
          <a:bodyPr wrap="square" lIns="91434" tIns="45718" rIns="91434" bIns="45718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423354-4AF7-4F7A-A32E-1CED1DA7F8BB}" type="slidenum">
              <a:rPr kumimoji="1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微软雅黑" panose="020B0503020204020204" charset="-122"/>
                <a:cs typeface="微软雅黑" panose="020B0503020204020204" charset="-122"/>
              </a:rPr>
            </a:fld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等线" panose="02010600030101010101" pitchFamily="2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958361" y="-479502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25000" lnSpcReduction="20000"/>
          </a:bodyPr>
          <a:lstStyle/>
          <a:p>
            <a:endParaRPr kumimoji="1" lang="zh-CN" altLang="en-US" sz="2200" dirty="0">
              <a:latin typeface="+mn-ea"/>
            </a:endParaRPr>
          </a:p>
        </p:txBody>
      </p:sp>
    </p:spTree>
  </p:cSld>
  <p:clrMapOvr>
    <a:masterClrMapping/>
  </p:clrMapOvr>
  <p:transition spd="slow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准_不含故事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C2 多媒体办公系统01-09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8"/>
            <a:ext cx="12192000" cy="6857193"/>
          </a:xfrm>
          <a:prstGeom prst="rect">
            <a:avLst/>
          </a:prstGeom>
        </p:spPr>
      </p:pic>
      <p:sp>
        <p:nvSpPr>
          <p:cNvPr id="17" name="文本框 12"/>
          <p:cNvSpPr txBox="1"/>
          <p:nvPr userDrawn="1"/>
        </p:nvSpPr>
        <p:spPr>
          <a:xfrm>
            <a:off x="8496333" y="6226540"/>
            <a:ext cx="2435282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65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FZLanTingHeiS-B-GB"/>
              </a:rPr>
              <a:t>中国石油化工集团有限公司</a:t>
            </a:r>
            <a:endParaRPr kumimoji="1" lang="zh-CN" altLang="en-US" sz="1465" dirty="0">
              <a:solidFill>
                <a:srgbClr val="0D0D0D"/>
              </a:solidFill>
              <a:latin typeface="方正兰亭中黑简体" panose="02000000000000000000" charset="-122"/>
              <a:ea typeface="方正兰亭中黑简体" panose="02000000000000000000" charset="-122"/>
              <a:cs typeface="FZLanTingHeiS-B-GB"/>
            </a:endParaRPr>
          </a:p>
        </p:txBody>
      </p:sp>
      <p:sp>
        <p:nvSpPr>
          <p:cNvPr id="18" name="文本框 16"/>
          <p:cNvSpPr txBox="1"/>
          <p:nvPr userDrawn="1"/>
        </p:nvSpPr>
        <p:spPr>
          <a:xfrm>
            <a:off x="8940800" y="6452243"/>
            <a:ext cx="16678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S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I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N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O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P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E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C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G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R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O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U</a:t>
            </a:r>
            <a:r>
              <a:rPr kumimoji="1" lang="zh-CN" altLang="en-US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 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P</a:t>
            </a:r>
            <a:endParaRPr kumimoji="1" lang="zh-CN" altLang="en-US" sz="800" b="1" kern="2200" spc="53" baseline="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HYDaSongJ"/>
              <a:cs typeface="Arial" panose="020B0604020202020204"/>
            </a:endParaRPr>
          </a:p>
        </p:txBody>
      </p:sp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338647" y="116632"/>
            <a:ext cx="11510561" cy="7200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spcAft>
                <a:spcPts val="600"/>
              </a:spcAft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7" name="Straight Connector 4"/>
          <p:cNvCxnSpPr>
            <a:cxnSpLocks noChangeShapeType="1"/>
          </p:cNvCxnSpPr>
          <p:nvPr userDrawn="1"/>
        </p:nvCxnSpPr>
        <p:spPr bwMode="auto">
          <a:xfrm flipV="1">
            <a:off x="329208" y="825599"/>
            <a:ext cx="11520000" cy="11113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文本框 1"/>
          <p:cNvSpPr txBox="1"/>
          <p:nvPr userDrawn="1"/>
        </p:nvSpPr>
        <p:spPr>
          <a:xfrm>
            <a:off x="11112313" y="6282968"/>
            <a:ext cx="576000" cy="338550"/>
          </a:xfrm>
          <a:prstGeom prst="rect">
            <a:avLst/>
          </a:prstGeom>
          <a:noFill/>
        </p:spPr>
        <p:txBody>
          <a:bodyPr wrap="square" lIns="91434" tIns="45718" rIns="91434" bIns="45718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423354-4AF7-4F7A-A32E-1CED1DA7F8BB}" type="slidenum">
              <a:rPr kumimoji="1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微软雅黑" panose="020B0503020204020204" charset="-122"/>
                <a:cs typeface="微软雅黑" panose="020B0503020204020204" charset="-122"/>
              </a:rPr>
            </a:fld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等线" panose="02010600030101010101" pitchFamily="2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958361" y="-479502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25000" lnSpcReduction="20000"/>
          </a:bodyPr>
          <a:lstStyle/>
          <a:p>
            <a:endParaRPr kumimoji="1" lang="zh-CN" altLang="en-US" sz="2200" dirty="0">
              <a:latin typeface="+mn-ea"/>
            </a:endParaRPr>
          </a:p>
        </p:txBody>
      </p:sp>
    </p:spTree>
  </p:cSld>
  <p:clrMapOvr>
    <a:masterClrMapping/>
  </p:clrMapOvr>
  <p:transition spd="slow"/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微软雅黑" panose="020B0503020204020204" charset="-122"/>
          <a:ea typeface="+mj-ea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文本框 25"/>
          <p:cNvSpPr txBox="1"/>
          <p:nvPr/>
        </p:nvSpPr>
        <p:spPr>
          <a:xfrm>
            <a:off x="0" y="1751485"/>
            <a:ext cx="12192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fontAlgn="base">
              <a:lnSpc>
                <a:spcPct val="140000"/>
              </a:lnSpc>
              <a:spcBef>
                <a:spcPct val="0"/>
              </a:spcBef>
            </a:pP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*******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582" name="文本框 27"/>
          <p:cNvSpPr txBox="1"/>
          <p:nvPr/>
        </p:nvSpPr>
        <p:spPr>
          <a:xfrm>
            <a:off x="558009" y="6197809"/>
            <a:ext cx="2316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中国石油化工集团有限公司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583" name="文本框 28"/>
          <p:cNvSpPr txBox="1"/>
          <p:nvPr/>
        </p:nvSpPr>
        <p:spPr>
          <a:xfrm>
            <a:off x="648609" y="6453653"/>
            <a:ext cx="2135279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kumimoji="1" lang="zh-CN" altLang="en-US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800" b="1" i="0" u="none" strike="noStrike" kern="2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kumimoji="1" lang="zh-CN" altLang="en-US" sz="800" b="1" i="0" u="none" strike="noStrike" kern="2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4" name="图片 12" descr="未标题-1-01.png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9335129" y="264637"/>
            <a:ext cx="2524082" cy="807095"/>
          </a:xfrm>
          <a:prstGeom prst="rect">
            <a:avLst/>
          </a:prstGeom>
        </p:spPr>
      </p:pic>
      <p:sp>
        <p:nvSpPr>
          <p:cNvPr id="1048584" name="文本框 17"/>
          <p:cNvSpPr txBox="1">
            <a:spLocks noChangeArrowheads="1"/>
          </p:cNvSpPr>
          <p:nvPr/>
        </p:nvSpPr>
        <p:spPr bwMode="auto">
          <a:xfrm>
            <a:off x="2574925" y="2850258"/>
            <a:ext cx="7042150" cy="1014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**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单位</a:t>
            </a:r>
            <a:endParaRPr lang="en-US" altLang="zh-CN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lvl="0" algn="ctr">
              <a:lnSpc>
                <a:spcPct val="150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**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年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**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月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**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日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048585" name="文本框 1"/>
          <p:cNvSpPr txBox="1"/>
          <p:nvPr/>
        </p:nvSpPr>
        <p:spPr>
          <a:xfrm>
            <a:off x="8209915" y="1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74"/>
          <p:cNvGrpSpPr/>
          <p:nvPr/>
        </p:nvGrpSpPr>
        <p:grpSpPr>
          <a:xfrm>
            <a:off x="20" y="308022"/>
            <a:ext cx="12203409" cy="792001"/>
            <a:chOff x="-1" y="1618351"/>
            <a:chExt cx="12203409" cy="792001"/>
          </a:xfrm>
        </p:grpSpPr>
        <p:sp>
          <p:nvSpPr>
            <p:cNvPr id="1048640" name="矩形 75"/>
            <p:cNvSpPr/>
            <p:nvPr/>
          </p:nvSpPr>
          <p:spPr>
            <a:xfrm>
              <a:off x="-1" y="1618352"/>
              <a:ext cx="12203409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04" name="组合 76"/>
            <p:cNvGrpSpPr/>
            <p:nvPr/>
          </p:nvGrpSpPr>
          <p:grpSpPr>
            <a:xfrm>
              <a:off x="0" y="1618351"/>
              <a:ext cx="9456919" cy="792000"/>
              <a:chOff x="-1" y="2457123"/>
              <a:chExt cx="20606575" cy="1827752"/>
            </a:xfrm>
          </p:grpSpPr>
          <p:sp>
            <p:nvSpPr>
              <p:cNvPr id="1048641" name="矩形 28"/>
              <p:cNvSpPr/>
              <p:nvPr/>
            </p:nvSpPr>
            <p:spPr bwMode="auto">
              <a:xfrm>
                <a:off x="-1" y="2457123"/>
                <a:ext cx="3710867" cy="1827752"/>
              </a:xfrm>
              <a:custGeom>
                <a:avLst/>
                <a:gdLst/>
                <a:ahLst/>
                <a:cxnLst/>
                <a:rect l="l" t="t" r="r" b="b"/>
                <a:pathLst>
                  <a:path w="4310745" h="1283968">
                    <a:moveTo>
                      <a:pt x="1089668" y="0"/>
                    </a:moveTo>
                    <a:lnTo>
                      <a:pt x="3526973" y="0"/>
                    </a:lnTo>
                    <a:lnTo>
                      <a:pt x="4310745" y="1269454"/>
                    </a:lnTo>
                    <a:lnTo>
                      <a:pt x="1089668" y="1283968"/>
                    </a:lnTo>
                    <a:close/>
                    <a:moveTo>
                      <a:pt x="0" y="0"/>
                    </a:moveTo>
                    <a:lnTo>
                      <a:pt x="1089667" y="0"/>
                    </a:lnTo>
                    <a:lnTo>
                      <a:pt x="1089667" y="1283968"/>
                    </a:lnTo>
                    <a:lnTo>
                      <a:pt x="0" y="1283968"/>
                    </a:lnTo>
                    <a:close/>
                  </a:path>
                </a:pathLst>
              </a:custGeom>
              <a:solidFill>
                <a:srgbClr val="B73F42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76" tIns="34288" rIns="68576" bIns="34288" numCol="1" rtlCol="0" anchor="t" anchorCtr="0" compatLnSpc="1"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642" name="TextBox 4"/>
              <p:cNvSpPr txBox="1"/>
              <p:nvPr/>
            </p:nvSpPr>
            <p:spPr bwMode="auto">
              <a:xfrm>
                <a:off x="5153842" y="2666679"/>
                <a:ext cx="15452732" cy="1433193"/>
              </a:xfrm>
              <a:prstGeom prst="rect">
                <a:avLst/>
              </a:prstGeom>
              <a:noFill/>
            </p:spPr>
            <p:txBody>
              <a:bodyPr wrap="square" lIns="68576" tIns="34288" rIns="68576" bIns="34288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3600" b="1" i="0" u="none" strike="noStrike" kern="0" cap="none" spc="800" normalizeH="0" baseline="0" noProof="0" dirty="0">
                    <a:ln w="1905"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目</a:t>
                </a:r>
                <a:r>
                  <a:rPr kumimoji="0" lang="en-US" altLang="zh-CN" sz="3600" b="1" i="0" u="none" strike="noStrike" kern="0" cap="none" spc="800" normalizeH="0" baseline="0" noProof="0" dirty="0">
                    <a:ln w="1905"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 </a:t>
                </a:r>
                <a:r>
                  <a:rPr kumimoji="0" lang="zh-CN" altLang="en-US" sz="3600" b="1" i="0" u="none" strike="noStrike" kern="0" cap="none" spc="800" normalizeH="0" baseline="0" noProof="0" dirty="0">
                    <a:ln w="1905"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录</a:t>
                </a:r>
                <a:endParaRPr kumimoji="0" lang="zh-CN" altLang="en-US" sz="3600" b="1" i="0" u="none" strike="noStrike" kern="0" cap="none" spc="800" normalizeH="0" baseline="0" noProof="0" dirty="0">
                  <a:ln w="1905"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1048643" name="矩形 34"/>
            <p:cNvSpPr/>
            <p:nvPr/>
          </p:nvSpPr>
          <p:spPr bwMode="auto">
            <a:xfrm>
              <a:off x="10690734" y="1618351"/>
              <a:ext cx="1512674" cy="792000"/>
            </a:xfrm>
            <a:custGeom>
              <a:avLst/>
              <a:gdLst>
                <a:gd name="connsiteX0" fmla="*/ 0 w 1055077"/>
                <a:gd name="connsiteY0" fmla="*/ 0 h 1283968"/>
                <a:gd name="connsiteX1" fmla="*/ 1055077 w 1055077"/>
                <a:gd name="connsiteY1" fmla="*/ 0 h 1283968"/>
                <a:gd name="connsiteX2" fmla="*/ 1055077 w 1055077"/>
                <a:gd name="connsiteY2" fmla="*/ 1283968 h 1283968"/>
                <a:gd name="connsiteX3" fmla="*/ 0 w 1055077"/>
                <a:gd name="connsiteY3" fmla="*/ 1283968 h 1283968"/>
                <a:gd name="connsiteX4" fmla="*/ 0 w 1055077"/>
                <a:gd name="connsiteY4" fmla="*/ 0 h 1283968"/>
                <a:gd name="connsiteX0-1" fmla="*/ 0 w 1606620"/>
                <a:gd name="connsiteY0-2" fmla="*/ 0 h 1283968"/>
                <a:gd name="connsiteX1-3" fmla="*/ 1606620 w 1606620"/>
                <a:gd name="connsiteY1-4" fmla="*/ 0 h 1283968"/>
                <a:gd name="connsiteX2-5" fmla="*/ 1606620 w 1606620"/>
                <a:gd name="connsiteY2-6" fmla="*/ 1283968 h 1283968"/>
                <a:gd name="connsiteX3-7" fmla="*/ 551543 w 1606620"/>
                <a:gd name="connsiteY3-8" fmla="*/ 1283968 h 1283968"/>
                <a:gd name="connsiteX4-9" fmla="*/ 0 w 1606620"/>
                <a:gd name="connsiteY4-10" fmla="*/ 0 h 1283968"/>
                <a:gd name="connsiteX0-11" fmla="*/ 0 w 1833140"/>
                <a:gd name="connsiteY0-12" fmla="*/ 9525 h 1293493"/>
                <a:gd name="connsiteX1-13" fmla="*/ 1833140 w 1833140"/>
                <a:gd name="connsiteY1-14" fmla="*/ 0 h 1293493"/>
                <a:gd name="connsiteX2-15" fmla="*/ 1606620 w 1833140"/>
                <a:gd name="connsiteY2-16" fmla="*/ 1293493 h 1293493"/>
                <a:gd name="connsiteX3-17" fmla="*/ 551543 w 1833140"/>
                <a:gd name="connsiteY3-18" fmla="*/ 1293493 h 1293493"/>
                <a:gd name="connsiteX4-19" fmla="*/ 0 w 1833140"/>
                <a:gd name="connsiteY4-20" fmla="*/ 9525 h 1293493"/>
                <a:gd name="connsiteX0-21" fmla="*/ 0 w 1833140"/>
                <a:gd name="connsiteY0-22" fmla="*/ 9525 h 1293493"/>
                <a:gd name="connsiteX1-23" fmla="*/ 1833140 w 1833140"/>
                <a:gd name="connsiteY1-24" fmla="*/ 0 h 1293493"/>
                <a:gd name="connsiteX2-25" fmla="*/ 1833140 w 1833140"/>
                <a:gd name="connsiteY2-26" fmla="*/ 1293493 h 1293493"/>
                <a:gd name="connsiteX3-27" fmla="*/ 551543 w 1833140"/>
                <a:gd name="connsiteY3-28" fmla="*/ 1293493 h 1293493"/>
                <a:gd name="connsiteX4-29" fmla="*/ 0 w 1833140"/>
                <a:gd name="connsiteY4-30" fmla="*/ 9525 h 1293493"/>
                <a:gd name="connsiteX0-31" fmla="*/ 0 w 1833140"/>
                <a:gd name="connsiteY0-32" fmla="*/ 0 h 1283968"/>
                <a:gd name="connsiteX1-33" fmla="*/ 1833140 w 1833140"/>
                <a:gd name="connsiteY1-34" fmla="*/ 8288 h 1283968"/>
                <a:gd name="connsiteX2-35" fmla="*/ 1833140 w 1833140"/>
                <a:gd name="connsiteY2-36" fmla="*/ 1283968 h 1283968"/>
                <a:gd name="connsiteX3-37" fmla="*/ 551543 w 1833140"/>
                <a:gd name="connsiteY3-38" fmla="*/ 1283968 h 1283968"/>
                <a:gd name="connsiteX4-39" fmla="*/ 0 w 1833140"/>
                <a:gd name="connsiteY4-40" fmla="*/ 0 h 1283968"/>
                <a:gd name="connsiteX0-41" fmla="*/ 0 w 1843227"/>
                <a:gd name="connsiteY0-42" fmla="*/ 3587 h 1287555"/>
                <a:gd name="connsiteX1-43" fmla="*/ 1843227 w 1843227"/>
                <a:gd name="connsiteY1-44" fmla="*/ 0 h 1287555"/>
                <a:gd name="connsiteX2-45" fmla="*/ 1833140 w 1843227"/>
                <a:gd name="connsiteY2-46" fmla="*/ 1287555 h 1287555"/>
                <a:gd name="connsiteX3-47" fmla="*/ 551543 w 1843227"/>
                <a:gd name="connsiteY3-48" fmla="*/ 1287555 h 1287555"/>
                <a:gd name="connsiteX4-49" fmla="*/ 0 w 1843227"/>
                <a:gd name="connsiteY4-50" fmla="*/ 3587 h 1287555"/>
                <a:gd name="connsiteX0-51" fmla="*/ 0 w 1850741"/>
                <a:gd name="connsiteY0-52" fmla="*/ 3587 h 1287555"/>
                <a:gd name="connsiteX1-53" fmla="*/ 1843227 w 1850741"/>
                <a:gd name="connsiteY1-54" fmla="*/ 0 h 1287555"/>
                <a:gd name="connsiteX2-55" fmla="*/ 1850207 w 1850741"/>
                <a:gd name="connsiteY2-56" fmla="*/ 1287555 h 1287555"/>
                <a:gd name="connsiteX3-57" fmla="*/ 551543 w 1850741"/>
                <a:gd name="connsiteY3-58" fmla="*/ 1287555 h 1287555"/>
                <a:gd name="connsiteX4-59" fmla="*/ 0 w 1850741"/>
                <a:gd name="connsiteY4-60" fmla="*/ 3587 h 1287555"/>
                <a:gd name="connsiteX0-61" fmla="*/ 0 w 1637421"/>
                <a:gd name="connsiteY0-62" fmla="*/ 3587 h 1287555"/>
                <a:gd name="connsiteX1-63" fmla="*/ 1629906 w 1637421"/>
                <a:gd name="connsiteY1-64" fmla="*/ 0 h 1287555"/>
                <a:gd name="connsiteX2-65" fmla="*/ 1636886 w 1637421"/>
                <a:gd name="connsiteY2-66" fmla="*/ 1287555 h 1287555"/>
                <a:gd name="connsiteX3-67" fmla="*/ 338222 w 1637421"/>
                <a:gd name="connsiteY3-68" fmla="*/ 1287555 h 1287555"/>
                <a:gd name="connsiteX4-69" fmla="*/ 0 w 1637421"/>
                <a:gd name="connsiteY4-70" fmla="*/ 3587 h 12875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637421" h="1287555">
                  <a:moveTo>
                    <a:pt x="0" y="3587"/>
                  </a:moveTo>
                  <a:lnTo>
                    <a:pt x="1629906" y="0"/>
                  </a:lnTo>
                  <a:cubicBezTo>
                    <a:pt x="1626544" y="429185"/>
                    <a:pt x="1640248" y="858370"/>
                    <a:pt x="1636886" y="1287555"/>
                  </a:cubicBezTo>
                  <a:lnTo>
                    <a:pt x="338222" y="1287555"/>
                  </a:lnTo>
                  <a:lnTo>
                    <a:pt x="0" y="3587"/>
                  </a:lnTo>
                  <a:close/>
                </a:path>
              </a:pathLst>
            </a:custGeom>
            <a:solidFill>
              <a:srgbClr val="EDA9A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35" tIns="45717" rIns="91435" bIns="45717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48644" name="文本框 2"/>
          <p:cNvSpPr txBox="1"/>
          <p:nvPr/>
        </p:nvSpPr>
        <p:spPr>
          <a:xfrm>
            <a:off x="2016125" y="1709420"/>
            <a:ext cx="1797685" cy="286131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0" lvl="2"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kern="0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 标题</a:t>
            </a:r>
            <a:r>
              <a:rPr lang="zh-CN" altLang="en-US" sz="2400" b="1" kern="0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</a:t>
            </a:r>
            <a:endParaRPr lang="zh-CN" altLang="en-US" sz="2400" b="1" kern="0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lnSpc>
                <a:spcPct val="150000"/>
              </a:lnSpc>
              <a:buClrTx/>
              <a:buSzTx/>
              <a:buFontTx/>
            </a:pPr>
            <a:endParaRPr lang="zh-CN" altLang="en-US" sz="2400" b="1" kern="0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lnSpc>
                <a:spcPct val="150000"/>
              </a:lnSpc>
              <a:buClrTx/>
              <a:buSzTx/>
              <a:buFontTx/>
            </a:pPr>
            <a:endParaRPr lang="zh-CN" altLang="en-US" sz="2400" b="1" kern="0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2"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 标题</a:t>
            </a: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3" indent="542925" algn="l">
              <a:lnSpc>
                <a:spcPct val="150000"/>
              </a:lnSpc>
              <a:buClrTx/>
              <a:buSzTx/>
              <a:buFontTx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34150" y="1652905"/>
            <a:ext cx="861695" cy="13220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lvl="3" indent="0" algn="l" fontAlgn="auto">
              <a:lnSpc>
                <a:spcPct val="200000"/>
              </a:lnSpc>
              <a:buClrTx/>
              <a:buSzTx/>
              <a:buNone/>
            </a:pPr>
            <a:r>
              <a:rPr lang="en-US" altLang="zh-CN" sz="20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1.1 ...</a:t>
            </a:r>
            <a:endParaRPr lang="zh-CN" altLang="en-US" sz="2000" b="1" kern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3" indent="0"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1.2 </a:t>
            </a:r>
            <a:r>
              <a:rPr lang="en-US" altLang="zh-CN" sz="20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15890" y="2004695"/>
            <a:ext cx="958215" cy="176530"/>
            <a:chOff x="9829" y="6930"/>
            <a:chExt cx="1509" cy="278"/>
          </a:xfrm>
        </p:grpSpPr>
        <p:grpSp>
          <p:nvGrpSpPr>
            <p:cNvPr id="11" name="组合 10"/>
            <p:cNvGrpSpPr/>
            <p:nvPr/>
          </p:nvGrpSpPr>
          <p:grpSpPr>
            <a:xfrm>
              <a:off x="10872" y="6930"/>
              <a:ext cx="466" cy="278"/>
              <a:chOff x="10808" y="2770"/>
              <a:chExt cx="582" cy="348"/>
            </a:xfrm>
            <a:solidFill>
              <a:srgbClr val="C00000">
                <a:alpha val="50000"/>
              </a:srgbClr>
            </a:solidFill>
          </p:grpSpPr>
          <p:sp>
            <p:nvSpPr>
              <p:cNvPr id="5" name="燕尾形 4"/>
              <p:cNvSpPr/>
              <p:nvPr/>
            </p:nvSpPr>
            <p:spPr>
              <a:xfrm>
                <a:off x="10808" y="2770"/>
                <a:ext cx="348" cy="348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" name="燕尾形 12"/>
              <p:cNvSpPr/>
              <p:nvPr/>
            </p:nvSpPr>
            <p:spPr>
              <a:xfrm>
                <a:off x="11042" y="2770"/>
                <a:ext cx="348" cy="348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0335" y="6930"/>
              <a:ext cx="466" cy="278"/>
              <a:chOff x="10808" y="2770"/>
              <a:chExt cx="582" cy="348"/>
            </a:xfrm>
            <a:solidFill>
              <a:srgbClr val="C00000">
                <a:alpha val="50000"/>
              </a:srgbClr>
            </a:solidFill>
          </p:grpSpPr>
          <p:sp>
            <p:nvSpPr>
              <p:cNvPr id="12" name="燕尾形 11"/>
              <p:cNvSpPr/>
              <p:nvPr/>
            </p:nvSpPr>
            <p:spPr>
              <a:xfrm>
                <a:off x="10808" y="2770"/>
                <a:ext cx="348" cy="348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" name="燕尾形 13"/>
              <p:cNvSpPr/>
              <p:nvPr/>
            </p:nvSpPr>
            <p:spPr>
              <a:xfrm>
                <a:off x="11042" y="2770"/>
                <a:ext cx="348" cy="348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9829" y="6930"/>
              <a:ext cx="466" cy="278"/>
              <a:chOff x="10808" y="2770"/>
              <a:chExt cx="582" cy="348"/>
            </a:xfrm>
            <a:solidFill>
              <a:srgbClr val="C00000">
                <a:alpha val="50000"/>
              </a:srgbClr>
            </a:solidFill>
          </p:grpSpPr>
          <p:sp>
            <p:nvSpPr>
              <p:cNvPr id="16" name="燕尾形 15"/>
              <p:cNvSpPr/>
              <p:nvPr/>
            </p:nvSpPr>
            <p:spPr>
              <a:xfrm>
                <a:off x="10808" y="2770"/>
                <a:ext cx="348" cy="348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7" name="燕尾形 16"/>
              <p:cNvSpPr/>
              <p:nvPr/>
            </p:nvSpPr>
            <p:spPr>
              <a:xfrm>
                <a:off x="11042" y="2770"/>
                <a:ext cx="348" cy="348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标题</a:t>
            </a:r>
            <a:r>
              <a:rPr lang="zh-CN" altLang="en-US"/>
              <a:t>一</a:t>
            </a:r>
            <a:endParaRPr lang="zh-CN" altLang="en-US"/>
          </a:p>
        </p:txBody>
      </p:sp>
      <p:sp>
        <p:nvSpPr>
          <p:cNvPr id="51" name="文本占位符 4"/>
          <p:cNvSpPr txBox="1"/>
          <p:nvPr/>
        </p:nvSpPr>
        <p:spPr>
          <a:xfrm>
            <a:off x="329565" y="1339850"/>
            <a:ext cx="11497310" cy="360680"/>
          </a:xfrm>
          <a:prstGeom prst="rect">
            <a:avLst/>
          </a:prstGeom>
        </p:spPr>
        <p:txBody>
          <a:bodyPr>
            <a:spAutoFit/>
          </a:bodyPr>
          <a:lstStyle>
            <a:lvl1pPr marL="422275" indent="-422275" algn="l" defTabSz="112522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n"/>
              <a:defRPr sz="246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914400" indent="-351790" algn="l" defTabSz="1125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15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406525" indent="-281305" algn="l" defTabSz="112522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p"/>
              <a:defRPr sz="197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969770" indent="-281305" algn="l" defTabSz="1125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32380" indent="-281305" algn="l" defTabSz="1125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94990" indent="-281305" algn="l" defTabSz="1125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indent="-281305" algn="l" defTabSz="1125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210" indent="-281305" algn="l" defTabSz="1125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455" indent="-281305" algn="l" defTabSz="112522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1" indent="0" algn="just" defTabSz="1125220" rtl="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……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：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……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2-3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行）（）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8450" y="705485"/>
            <a:ext cx="211137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lvl="3" indent="0" algn="l" fontAlgn="auto">
              <a:lnSpc>
                <a:spcPct val="200000"/>
              </a:lnSpc>
              <a:buClrTx/>
              <a:buSzTx/>
              <a:buNone/>
            </a:pPr>
            <a:r>
              <a:rPr lang="en-US" altLang="zh-CN" sz="20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1.1 </a:t>
            </a:r>
            <a:r>
              <a:rPr lang="en-US" sz="20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………………</a:t>
            </a:r>
            <a:endParaRPr lang="en-US" sz="2000" b="1" kern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-5080" y="0"/>
            <a:ext cx="12192000" cy="68356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3184" y="1416819"/>
            <a:ext cx="10555472" cy="110680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R="0" lvl="0" indent="0" algn="ctr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谢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谢！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THINKCELLSHAPEDONOTDELETE" val="pFeaRIFph7UuVa4iXqscFpg"/>
</p:tagLst>
</file>

<file path=ppt/tags/tag2.xml><?xml version="1.0" encoding="utf-8"?>
<p:tagLst xmlns:p="http://schemas.openxmlformats.org/presentationml/2006/main">
  <p:tag name="KSO_WM_TEMPLATE_TOPIC_ID" val="2869567"/>
  <p:tag name="KSO_WM_TEMPLATE_OUTLINE_ID" val="14"/>
  <p:tag name="KSO_WM_TEMPLATE_SCENE_ID" val="1"/>
  <p:tag name="KSO_WM_TEMPLATE_JOB_ID" val="14"/>
  <p:tag name="KSO_WM_TEMPLATE_TOPIC_DEFAUL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commondata" val="eyJoZGlkIjoiMmQ4Y2UxNTFiOWUwNWE3ZWE0NWRjZWYwMzJkYTM3YWEifQ=="/>
  <p:tag name="resource_record_key" val="{&quot;8&quot;:[40000056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굴림"/>
        <a:font script="Hans" typeface="微软雅黑"/>
        <a:font script="Hant" typeface="微軟正黑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lang="zh-CN" altLang="en-US">
            <a:solidFill>
              <a:schemeClr val="tx1"/>
            </a:solidFill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WPS 演示</Application>
  <PresentationFormat>宽屏</PresentationFormat>
  <Paragraphs>28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方正兰亭中黑简体</vt:lpstr>
      <vt:lpstr>黑体</vt:lpstr>
      <vt:lpstr>FZLanTingHeiS-B-GB</vt:lpstr>
      <vt:lpstr>Arial</vt:lpstr>
      <vt:lpstr>HYDaSongJ</vt:lpstr>
      <vt:lpstr>等线</vt:lpstr>
      <vt:lpstr>Franklin Gothic Medium</vt:lpstr>
      <vt:lpstr>Calibri</vt:lpstr>
      <vt:lpstr>Wingdings</vt:lpstr>
      <vt:lpstr>仿宋</vt:lpstr>
      <vt:lpstr>Verdana</vt:lpstr>
      <vt:lpstr>Arial Unicode MS</vt:lpstr>
      <vt:lpstr>Lato</vt:lpstr>
      <vt:lpstr>Calibri</vt:lpstr>
      <vt:lpstr>Times New Roman</vt:lpstr>
      <vt:lpstr>华文中宋</vt:lpstr>
      <vt:lpstr>仿宋_GB2312</vt:lpstr>
      <vt:lpstr>标准行书简繁</vt:lpstr>
      <vt:lpstr>HarmonyOS Sans SC</vt:lpstr>
      <vt:lpstr>Segoe Print</vt:lpstr>
      <vt:lpstr>Office 主题​​</vt:lpstr>
      <vt:lpstr>PowerPoint 演示文稿</vt:lpstr>
      <vt:lpstr>PowerPoint 演示文稿</vt:lpstr>
      <vt:lpstr>1.1 强组织：制定中国石化“人工智能+”行动实施方案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victo</dc:creator>
  <cp:lastModifiedBy>user</cp:lastModifiedBy>
  <cp:revision>460</cp:revision>
  <dcterms:created xsi:type="dcterms:W3CDTF">2025-12-18T09:03:00Z</dcterms:created>
  <dcterms:modified xsi:type="dcterms:W3CDTF">2026-05-20T07:30:41Z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5DA6684676E24438909F68B0BE378E51_13</vt:lpwstr>
  </property>
</Properties>
</file>