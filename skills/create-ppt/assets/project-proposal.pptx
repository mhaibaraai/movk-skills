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drawings/drawing1.xml" ContentType="application/vnd.openxmlformats-officedocument.drawingml.chartshap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3"/>
    <p:sldId id="257" r:id="rId4"/>
    <p:sldId id="258" r:id="rId5"/>
    <p:sldId id="267" r:id="rId6"/>
    <p:sldId id="268" r:id="rId7"/>
    <p:sldId id="423" r:id="rId8"/>
    <p:sldId id="259" r:id="rId9"/>
    <p:sldId id="425" r:id="rId10"/>
    <p:sldId id="424" r:id="rId11"/>
    <p:sldId id="426" r:id="rId12"/>
    <p:sldId id="260" r:id="rId13"/>
    <p:sldId id="427" r:id="rId14"/>
    <p:sldId id="428" r:id="rId15"/>
    <p:sldId id="429" r:id="rId16"/>
    <p:sldId id="261" r:id="rId17"/>
    <p:sldId id="272" r:id="rId18"/>
    <p:sldId id="273" r:id="rId19"/>
    <p:sldId id="430" r:id="rId20"/>
    <p:sldId id="432" r:id="rId21"/>
    <p:sldId id="431" r:id="rId22"/>
    <p:sldId id="262" r:id="rId23"/>
    <p:sldId id="274" r:id="rId24"/>
    <p:sldId id="434" r:id="rId25"/>
    <p:sldId id="435" r:id="rId26"/>
    <p:sldId id="436" r:id="rId27"/>
    <p:sldId id="263" r:id="rId28"/>
    <p:sldId id="277" r:id="rId29"/>
    <p:sldId id="437" r:id="rId30"/>
    <p:sldId id="438" r:id="rId31"/>
    <p:sldId id="28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4" userDrawn="1">
          <p15:clr>
            <a:srgbClr val="A4A3A4"/>
          </p15:clr>
        </p15:guide>
        <p15:guide id="2" pos="37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0B0"/>
    <a:srgbClr val="C27477"/>
    <a:srgbClr val="990000"/>
    <a:srgbClr val="262626"/>
    <a:srgbClr val="595959"/>
    <a:srgbClr val="A6A6A6"/>
    <a:srgbClr val="98800A"/>
    <a:srgbClr val="1B1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4" autoAdjust="0"/>
    <p:restoredTop sz="95625" autoAdjust="0"/>
  </p:normalViewPr>
  <p:slideViewPr>
    <p:cSldViewPr snapToGrid="0" showGuides="1">
      <p:cViewPr varScale="1">
        <p:scale>
          <a:sx n="108" d="100"/>
          <a:sy n="108" d="100"/>
        </p:scale>
        <p:origin x="110" y="293"/>
      </p:cViewPr>
      <p:guideLst>
        <p:guide orient="horz" pos="1604"/>
        <p:guide pos="3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A21212"/>
            </a:solidFill>
          </c:spPr>
          <c:explosion val="0"/>
          <c:dPt>
            <c:idx val="0"/>
            <c:bubble3D val="0"/>
            <c:spPr>
              <a:solidFill>
                <a:srgbClr val="A2121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科研经费</c:v>
                </c:pt>
                <c:pt idx="1">
                  <c:v>劳务费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016abac-09be-4366-aea8-1bc41ec08ae4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rgbClr val="B50B0B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285B9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6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直接效益</c:v>
                </c:pt>
                <c:pt idx="1">
                  <c:v>间接效益</c:v>
                </c:pt>
                <c:pt idx="2">
                  <c:v>其他效益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52000</c:v>
                </c:pt>
                <c:pt idx="1">
                  <c:v>12000</c:v>
                </c:pt>
                <c:pt idx="2">
                  <c:v>5000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4fc61e5-66a0-448b-bae8-80d168cda88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0.3736</cdr:x>
      <cdr:y>0.26256</cdr:y>
    </cdr:from>
    <cdr:to>
      <cdr:x>0.62474</cdr:x>
      <cdr:y>0.63928</cdr:y>
    </cdr:to>
    <cdr:sp>
      <cdr:nvSpPr>
        <cdr:cNvPr id="2" name="椭圆 1"/>
        <cdr:cNvSpPr/>
      </cdr:nvSpPr>
      <cdr:spPr xmlns:a="http://schemas.openxmlformats.org/drawingml/2006/main">
        <a:xfrm xmlns:a="http://schemas.openxmlformats.org/drawingml/2006/main">
          <a:off x="2634131" y="1234172"/>
          <a:ext cx="1770775" cy="1770775"/>
        </a:xfrm>
        <a:prstGeom xmlns:a="http://schemas.openxmlformats.org/drawingml/2006/main" prst="ellipse">
          <a:avLst/>
        </a:prstGeom>
        <a:solidFill>
          <a:schemeClr val="bg1"/>
        </a:solidFill>
        <a:ln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 vertOverflow="clip"/>
        <a:lstStyle/>
        <a:p>
          <a:endParaRPr lang="zh-CN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4C52D-9C3D-4648-B563-3174EE8B6AA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43CD3-3A89-477F-BB86-E37F0CE799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29540" y="136186"/>
            <a:ext cx="11932920" cy="658562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>
            <a:outerShdw blurRad="88900" dist="889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 flipV="1">
            <a:off x="505049" y="136186"/>
            <a:ext cx="11181902" cy="178984"/>
          </a:xfrm>
          <a:custGeom>
            <a:avLst/>
            <a:gdLst>
              <a:gd name="connsiteX0" fmla="*/ 0 w 11181902"/>
              <a:gd name="connsiteY0" fmla="*/ 178984 h 178984"/>
              <a:gd name="connsiteX1" fmla="*/ 11181902 w 11181902"/>
              <a:gd name="connsiteY1" fmla="*/ 178984 h 178984"/>
              <a:gd name="connsiteX2" fmla="*/ 11165023 w 11181902"/>
              <a:gd name="connsiteY2" fmla="*/ 147888 h 178984"/>
              <a:gd name="connsiteX3" fmla="*/ 10886879 w 11181902"/>
              <a:gd name="connsiteY3" fmla="*/ 0 h 178984"/>
              <a:gd name="connsiteX4" fmla="*/ 295022 w 11181902"/>
              <a:gd name="connsiteY4" fmla="*/ 0 h 178984"/>
              <a:gd name="connsiteX5" fmla="*/ 16878 w 11181902"/>
              <a:gd name="connsiteY5" fmla="*/ 147888 h 178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81902" h="178984">
                <a:moveTo>
                  <a:pt x="0" y="178984"/>
                </a:moveTo>
                <a:lnTo>
                  <a:pt x="11181902" y="178984"/>
                </a:lnTo>
                <a:lnTo>
                  <a:pt x="11165023" y="147888"/>
                </a:lnTo>
                <a:cubicBezTo>
                  <a:pt x="11104744" y="58663"/>
                  <a:pt x="11002662" y="0"/>
                  <a:pt x="10886879" y="0"/>
                </a:cubicBezTo>
                <a:lnTo>
                  <a:pt x="295022" y="0"/>
                </a:lnTo>
                <a:cubicBezTo>
                  <a:pt x="179239" y="0"/>
                  <a:pt x="77157" y="58663"/>
                  <a:pt x="16878" y="147888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472532" y="6424805"/>
            <a:ext cx="11246937" cy="296347"/>
          </a:xfrm>
          <a:custGeom>
            <a:avLst/>
            <a:gdLst>
              <a:gd name="connsiteX0" fmla="*/ 327540 w 11246937"/>
              <a:gd name="connsiteY0" fmla="*/ 0 h 296347"/>
              <a:gd name="connsiteX1" fmla="*/ 10919397 w 11246937"/>
              <a:gd name="connsiteY1" fmla="*/ 0 h 296347"/>
              <a:gd name="connsiteX2" fmla="*/ 11228468 w 11246937"/>
              <a:gd name="connsiteY2" fmla="*/ 204867 h 296347"/>
              <a:gd name="connsiteX3" fmla="*/ 11246937 w 11246937"/>
              <a:gd name="connsiteY3" fmla="*/ 296347 h 296347"/>
              <a:gd name="connsiteX4" fmla="*/ 0 w 11246937"/>
              <a:gd name="connsiteY4" fmla="*/ 296347 h 296347"/>
              <a:gd name="connsiteX5" fmla="*/ 18469 w 11246937"/>
              <a:gd name="connsiteY5" fmla="*/ 204867 h 296347"/>
              <a:gd name="connsiteX6" fmla="*/ 327540 w 11246937"/>
              <a:gd name="connsiteY6" fmla="*/ 0 h 296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6937" h="296347">
                <a:moveTo>
                  <a:pt x="327540" y="0"/>
                </a:moveTo>
                <a:lnTo>
                  <a:pt x="10919397" y="0"/>
                </a:lnTo>
                <a:cubicBezTo>
                  <a:pt x="11058337" y="0"/>
                  <a:pt x="11177547" y="84475"/>
                  <a:pt x="11228468" y="204867"/>
                </a:cubicBezTo>
                <a:lnTo>
                  <a:pt x="11246937" y="296347"/>
                </a:lnTo>
                <a:lnTo>
                  <a:pt x="0" y="296347"/>
                </a:lnTo>
                <a:lnTo>
                  <a:pt x="18469" y="204867"/>
                </a:lnTo>
                <a:cubicBezTo>
                  <a:pt x="69390" y="84475"/>
                  <a:pt x="188600" y="0"/>
                  <a:pt x="327540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978948" y="3501043"/>
            <a:ext cx="8234104" cy="19397"/>
            <a:chOff x="2064327" y="3501043"/>
            <a:chExt cx="8234104" cy="19397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5884199" y="3520440"/>
              <a:ext cx="594360" cy="0"/>
            </a:xfrm>
            <a:prstGeom prst="line">
              <a:avLst/>
            </a:prstGeom>
            <a:ln w="34925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064327" y="3501043"/>
              <a:ext cx="8234104" cy="0"/>
            </a:xfrm>
            <a:prstGeom prst="line">
              <a:avLst/>
            </a:prstGeom>
            <a:ln w="15875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29540" y="136186"/>
            <a:ext cx="11932920" cy="65856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88900" dist="889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472532" y="6424805"/>
            <a:ext cx="11246937" cy="296347"/>
          </a:xfrm>
          <a:custGeom>
            <a:avLst/>
            <a:gdLst>
              <a:gd name="connsiteX0" fmla="*/ 327540 w 11246937"/>
              <a:gd name="connsiteY0" fmla="*/ 0 h 296347"/>
              <a:gd name="connsiteX1" fmla="*/ 10919397 w 11246937"/>
              <a:gd name="connsiteY1" fmla="*/ 0 h 296347"/>
              <a:gd name="connsiteX2" fmla="*/ 11228468 w 11246937"/>
              <a:gd name="connsiteY2" fmla="*/ 204867 h 296347"/>
              <a:gd name="connsiteX3" fmla="*/ 11246937 w 11246937"/>
              <a:gd name="connsiteY3" fmla="*/ 296347 h 296347"/>
              <a:gd name="connsiteX4" fmla="*/ 0 w 11246937"/>
              <a:gd name="connsiteY4" fmla="*/ 296347 h 296347"/>
              <a:gd name="connsiteX5" fmla="*/ 18469 w 11246937"/>
              <a:gd name="connsiteY5" fmla="*/ 204867 h 296347"/>
              <a:gd name="connsiteX6" fmla="*/ 327540 w 11246937"/>
              <a:gd name="connsiteY6" fmla="*/ 0 h 296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6937" h="296347">
                <a:moveTo>
                  <a:pt x="327540" y="0"/>
                </a:moveTo>
                <a:lnTo>
                  <a:pt x="10919397" y="0"/>
                </a:lnTo>
                <a:cubicBezTo>
                  <a:pt x="11058337" y="0"/>
                  <a:pt x="11177547" y="84475"/>
                  <a:pt x="11228468" y="204867"/>
                </a:cubicBezTo>
                <a:lnTo>
                  <a:pt x="11246937" y="296347"/>
                </a:lnTo>
                <a:lnTo>
                  <a:pt x="0" y="296347"/>
                </a:lnTo>
                <a:lnTo>
                  <a:pt x="18469" y="204867"/>
                </a:lnTo>
                <a:cubicBezTo>
                  <a:pt x="69390" y="84475"/>
                  <a:pt x="188600" y="0"/>
                  <a:pt x="327540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顶角 8"/>
          <p:cNvSpPr/>
          <p:nvPr userDrawn="1"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arrowhead-thin-outline-to-the-left_32542"/>
          <p:cNvSpPr/>
          <p:nvPr userDrawn="1"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29540" y="136186"/>
            <a:ext cx="11932920" cy="65856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88900" dist="889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472532" y="6424805"/>
            <a:ext cx="11246937" cy="296347"/>
          </a:xfrm>
          <a:custGeom>
            <a:avLst/>
            <a:gdLst>
              <a:gd name="connsiteX0" fmla="*/ 327540 w 11246937"/>
              <a:gd name="connsiteY0" fmla="*/ 0 h 296347"/>
              <a:gd name="connsiteX1" fmla="*/ 10919397 w 11246937"/>
              <a:gd name="connsiteY1" fmla="*/ 0 h 296347"/>
              <a:gd name="connsiteX2" fmla="*/ 11228468 w 11246937"/>
              <a:gd name="connsiteY2" fmla="*/ 204867 h 296347"/>
              <a:gd name="connsiteX3" fmla="*/ 11246937 w 11246937"/>
              <a:gd name="connsiteY3" fmla="*/ 296347 h 296347"/>
              <a:gd name="connsiteX4" fmla="*/ 0 w 11246937"/>
              <a:gd name="connsiteY4" fmla="*/ 296347 h 296347"/>
              <a:gd name="connsiteX5" fmla="*/ 18469 w 11246937"/>
              <a:gd name="connsiteY5" fmla="*/ 204867 h 296347"/>
              <a:gd name="connsiteX6" fmla="*/ 327540 w 11246937"/>
              <a:gd name="connsiteY6" fmla="*/ 0 h 296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6937" h="296347">
                <a:moveTo>
                  <a:pt x="327540" y="0"/>
                </a:moveTo>
                <a:lnTo>
                  <a:pt x="10919397" y="0"/>
                </a:lnTo>
                <a:cubicBezTo>
                  <a:pt x="11058337" y="0"/>
                  <a:pt x="11177547" y="84475"/>
                  <a:pt x="11228468" y="204867"/>
                </a:cubicBezTo>
                <a:lnTo>
                  <a:pt x="11246937" y="296347"/>
                </a:lnTo>
                <a:lnTo>
                  <a:pt x="0" y="296347"/>
                </a:lnTo>
                <a:lnTo>
                  <a:pt x="18469" y="204867"/>
                </a:lnTo>
                <a:cubicBezTo>
                  <a:pt x="69390" y="84475"/>
                  <a:pt x="188600" y="0"/>
                  <a:pt x="327540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29540" y="136186"/>
            <a:ext cx="11932920" cy="65856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88900" dist="88900" dir="2700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 rot="10800000">
            <a:off x="126849" y="321928"/>
            <a:ext cx="569908" cy="472440"/>
            <a:chOff x="11492556" y="414796"/>
            <a:chExt cx="569908" cy="472440"/>
          </a:xfrm>
        </p:grpSpPr>
        <p:sp>
          <p:nvSpPr>
            <p:cNvPr id="10" name="矩形: 圆顶角 9"/>
            <p:cNvSpPr/>
            <p:nvPr/>
          </p:nvSpPr>
          <p:spPr>
            <a:xfrm rot="16200000">
              <a:off x="11541290" y="366062"/>
              <a:ext cx="472440" cy="56990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arrowhead-thin-outline-to-the-left_32542"/>
            <p:cNvSpPr/>
            <p:nvPr/>
          </p:nvSpPr>
          <p:spPr>
            <a:xfrm>
              <a:off x="11705471" y="527685"/>
              <a:ext cx="139226" cy="244228"/>
            </a:xfrm>
            <a:custGeom>
              <a:avLst/>
              <a:gdLst>
                <a:gd name="T0" fmla="*/ 602275 w 602487"/>
                <a:gd name="T1" fmla="*/ 602275 w 602487"/>
                <a:gd name="T2" fmla="*/ 602275 w 602487"/>
                <a:gd name="T3" fmla="*/ 602275 w 602487"/>
                <a:gd name="T4" fmla="*/ 602275 w 602487"/>
                <a:gd name="T5" fmla="*/ 602275 w 602487"/>
                <a:gd name="T6" fmla="*/ 602275 w 602487"/>
                <a:gd name="T7" fmla="*/ 602275 w 602487"/>
                <a:gd name="T8" fmla="*/ 602275 w 602487"/>
                <a:gd name="T9" fmla="*/ 602275 w 602487"/>
                <a:gd name="T10" fmla="*/ 602275 w 602487"/>
                <a:gd name="T11" fmla="*/ 602275 w 602487"/>
                <a:gd name="T12" fmla="*/ 602275 w 602487"/>
                <a:gd name="T13" fmla="*/ 602275 w 602487"/>
                <a:gd name="T14" fmla="*/ 602275 w 602487"/>
                <a:gd name="T15" fmla="*/ 602275 w 602487"/>
                <a:gd name="T16" fmla="*/ 602275 w 602487"/>
                <a:gd name="T17" fmla="*/ 602275 w 602487"/>
                <a:gd name="T18" fmla="*/ 602275 w 602487"/>
                <a:gd name="T19" fmla="*/ 602275 w 602487"/>
                <a:gd name="T20" fmla="*/ 602275 w 602487"/>
                <a:gd name="T21" fmla="*/ 602275 w 602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76" h="6107">
                  <a:moveTo>
                    <a:pt x="0" y="3053"/>
                  </a:moveTo>
                  <a:cubicBezTo>
                    <a:pt x="0" y="2945"/>
                    <a:pt x="41" y="2837"/>
                    <a:pt x="124" y="2755"/>
                  </a:cubicBezTo>
                  <a:lnTo>
                    <a:pt x="2714" y="165"/>
                  </a:lnTo>
                  <a:cubicBezTo>
                    <a:pt x="2879" y="0"/>
                    <a:pt x="3146" y="0"/>
                    <a:pt x="3311" y="165"/>
                  </a:cubicBezTo>
                  <a:cubicBezTo>
                    <a:pt x="3476" y="329"/>
                    <a:pt x="3476" y="596"/>
                    <a:pt x="3311" y="761"/>
                  </a:cubicBezTo>
                  <a:lnTo>
                    <a:pt x="1019" y="3053"/>
                  </a:lnTo>
                  <a:lnTo>
                    <a:pt x="3311" y="5345"/>
                  </a:lnTo>
                  <a:cubicBezTo>
                    <a:pt x="3475" y="5510"/>
                    <a:pt x="3475" y="5777"/>
                    <a:pt x="3311" y="5942"/>
                  </a:cubicBezTo>
                  <a:cubicBezTo>
                    <a:pt x="3146" y="6107"/>
                    <a:pt x="2879" y="6107"/>
                    <a:pt x="2714" y="5942"/>
                  </a:cubicBezTo>
                  <a:lnTo>
                    <a:pt x="124" y="3352"/>
                  </a:lnTo>
                  <a:cubicBezTo>
                    <a:pt x="41" y="3269"/>
                    <a:pt x="0" y="3161"/>
                    <a:pt x="0" y="305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灯片编号占位符 4"/>
          <p:cNvSpPr txBox="1"/>
          <p:nvPr userDrawn="1"/>
        </p:nvSpPr>
        <p:spPr>
          <a:xfrm>
            <a:off x="11443811" y="6277293"/>
            <a:ext cx="588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4AC0667-EFFE-447F-82E1-FBFD282D2D22}" type="slidenum">
              <a:rPr lang="zh-CN" altLang="en-US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61607-3024-4DE4-9D7E-50D44E243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C0667-EFFE-447F-82E1-FBFD282D2D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3" Type="http://schemas.openxmlformats.org/officeDocument/2006/relationships/slideLayout" Target="../slideLayouts/slideLayout4.xml"/><Relationship Id="rId32" Type="http://schemas.openxmlformats.org/officeDocument/2006/relationships/tags" Target="../tags/tag66.xml"/><Relationship Id="rId31" Type="http://schemas.openxmlformats.org/officeDocument/2006/relationships/tags" Target="../tags/tag65.xml"/><Relationship Id="rId30" Type="http://schemas.openxmlformats.org/officeDocument/2006/relationships/tags" Target="../tags/tag64.xml"/><Relationship Id="rId3" Type="http://schemas.openxmlformats.org/officeDocument/2006/relationships/tags" Target="../tags/tag39.xml"/><Relationship Id="rId29" Type="http://schemas.openxmlformats.org/officeDocument/2006/relationships/tags" Target="../tags/tag63.xml"/><Relationship Id="rId28" Type="http://schemas.openxmlformats.org/officeDocument/2006/relationships/tags" Target="../tags/tag62.xml"/><Relationship Id="rId27" Type="http://schemas.openxmlformats.org/officeDocument/2006/relationships/tags" Target="../tags/tag61.xml"/><Relationship Id="rId26" Type="http://schemas.openxmlformats.org/officeDocument/2006/relationships/tags" Target="../tags/tag60.xml"/><Relationship Id="rId25" Type="http://schemas.openxmlformats.org/officeDocument/2006/relationships/tags" Target="../tags/tag59.xml"/><Relationship Id="rId24" Type="http://schemas.openxmlformats.org/officeDocument/2006/relationships/tags" Target="../tags/tag58.xml"/><Relationship Id="rId23" Type="http://schemas.openxmlformats.org/officeDocument/2006/relationships/tags" Target="../tags/tag57.xml"/><Relationship Id="rId22" Type="http://schemas.openxmlformats.org/officeDocument/2006/relationships/tags" Target="../tags/tag56.xml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38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7" Type="http://schemas.openxmlformats.org/officeDocument/2006/relationships/slideLayout" Target="../slideLayouts/slideLayout4.xml"/><Relationship Id="rId26" Type="http://schemas.openxmlformats.org/officeDocument/2006/relationships/tags" Target="../tags/tag92.xml"/><Relationship Id="rId25" Type="http://schemas.openxmlformats.org/officeDocument/2006/relationships/tags" Target="../tags/tag91.xml"/><Relationship Id="rId24" Type="http://schemas.openxmlformats.org/officeDocument/2006/relationships/tags" Target="../tags/tag90.xml"/><Relationship Id="rId23" Type="http://schemas.openxmlformats.org/officeDocument/2006/relationships/tags" Target="../tags/tag89.xml"/><Relationship Id="rId22" Type="http://schemas.openxmlformats.org/officeDocument/2006/relationships/tags" Target="../tags/tag88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tags" Target="../tags/tag68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5" Type="http://schemas.openxmlformats.org/officeDocument/2006/relationships/slideLayout" Target="../slideLayouts/slideLayout4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0" Type="http://schemas.openxmlformats.org/officeDocument/2006/relationships/slideLayout" Target="../slideLayouts/slideLayout4.xml"/><Relationship Id="rId3" Type="http://schemas.openxmlformats.org/officeDocument/2006/relationships/tags" Target="../tags/tag109.xml"/><Relationship Id="rId29" Type="http://schemas.openxmlformats.org/officeDocument/2006/relationships/tags" Target="../tags/tag135.xml"/><Relationship Id="rId28" Type="http://schemas.openxmlformats.org/officeDocument/2006/relationships/tags" Target="../tags/tag134.xml"/><Relationship Id="rId27" Type="http://schemas.openxmlformats.org/officeDocument/2006/relationships/tags" Target="../tags/tag133.xml"/><Relationship Id="rId26" Type="http://schemas.openxmlformats.org/officeDocument/2006/relationships/tags" Target="../tags/tag132.xml"/><Relationship Id="rId25" Type="http://schemas.openxmlformats.org/officeDocument/2006/relationships/tags" Target="../tags/tag131.xml"/><Relationship Id="rId24" Type="http://schemas.openxmlformats.org/officeDocument/2006/relationships/tags" Target="../tags/tag130.xml"/><Relationship Id="rId23" Type="http://schemas.openxmlformats.org/officeDocument/2006/relationships/tags" Target="../tags/tag129.xml"/><Relationship Id="rId22" Type="http://schemas.openxmlformats.org/officeDocument/2006/relationships/tags" Target="../tags/tag128.xml"/><Relationship Id="rId21" Type="http://schemas.openxmlformats.org/officeDocument/2006/relationships/tags" Target="../tags/tag127.xml"/><Relationship Id="rId20" Type="http://schemas.openxmlformats.org/officeDocument/2006/relationships/tags" Target="../tags/tag126.xml"/><Relationship Id="rId2" Type="http://schemas.openxmlformats.org/officeDocument/2006/relationships/tags" Target="../tags/tag108.xml"/><Relationship Id="rId19" Type="http://schemas.openxmlformats.org/officeDocument/2006/relationships/tags" Target="../tags/tag125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3" Type="http://schemas.openxmlformats.org/officeDocument/2006/relationships/slideLayout" Target="../slideLayouts/slideLayout4.xml"/><Relationship Id="rId42" Type="http://schemas.openxmlformats.org/officeDocument/2006/relationships/tags" Target="../tags/tag177.xml"/><Relationship Id="rId41" Type="http://schemas.openxmlformats.org/officeDocument/2006/relationships/tags" Target="../tags/tag176.xml"/><Relationship Id="rId40" Type="http://schemas.openxmlformats.org/officeDocument/2006/relationships/tags" Target="../tags/tag175.xml"/><Relationship Id="rId4" Type="http://schemas.openxmlformats.org/officeDocument/2006/relationships/tags" Target="../tags/tag139.xml"/><Relationship Id="rId39" Type="http://schemas.openxmlformats.org/officeDocument/2006/relationships/tags" Target="../tags/tag174.xml"/><Relationship Id="rId38" Type="http://schemas.openxmlformats.org/officeDocument/2006/relationships/tags" Target="../tags/tag173.xml"/><Relationship Id="rId37" Type="http://schemas.openxmlformats.org/officeDocument/2006/relationships/tags" Target="../tags/tag172.xml"/><Relationship Id="rId36" Type="http://schemas.openxmlformats.org/officeDocument/2006/relationships/tags" Target="../tags/tag171.xml"/><Relationship Id="rId35" Type="http://schemas.openxmlformats.org/officeDocument/2006/relationships/tags" Target="../tags/tag170.xml"/><Relationship Id="rId34" Type="http://schemas.openxmlformats.org/officeDocument/2006/relationships/tags" Target="../tags/tag169.xml"/><Relationship Id="rId33" Type="http://schemas.openxmlformats.org/officeDocument/2006/relationships/tags" Target="../tags/tag168.xml"/><Relationship Id="rId32" Type="http://schemas.openxmlformats.org/officeDocument/2006/relationships/tags" Target="../tags/tag167.xml"/><Relationship Id="rId31" Type="http://schemas.openxmlformats.org/officeDocument/2006/relationships/tags" Target="../tags/tag166.xml"/><Relationship Id="rId30" Type="http://schemas.openxmlformats.org/officeDocument/2006/relationships/tags" Target="../tags/tag165.xml"/><Relationship Id="rId3" Type="http://schemas.openxmlformats.org/officeDocument/2006/relationships/tags" Target="../tags/tag138.xml"/><Relationship Id="rId29" Type="http://schemas.openxmlformats.org/officeDocument/2006/relationships/tags" Target="../tags/tag164.xml"/><Relationship Id="rId28" Type="http://schemas.openxmlformats.org/officeDocument/2006/relationships/tags" Target="../tags/tag163.xml"/><Relationship Id="rId27" Type="http://schemas.openxmlformats.org/officeDocument/2006/relationships/tags" Target="../tags/tag162.xml"/><Relationship Id="rId26" Type="http://schemas.openxmlformats.org/officeDocument/2006/relationships/tags" Target="../tags/tag161.xml"/><Relationship Id="rId25" Type="http://schemas.openxmlformats.org/officeDocument/2006/relationships/tags" Target="../tags/tag160.xml"/><Relationship Id="rId24" Type="http://schemas.openxmlformats.org/officeDocument/2006/relationships/tags" Target="../tags/tag159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tags" Target="../tags/tag137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1" Type="http://schemas.openxmlformats.org/officeDocument/2006/relationships/slideLayout" Target="../slideLayouts/slideLayout4.xml"/><Relationship Id="rId20" Type="http://schemas.openxmlformats.org/officeDocument/2006/relationships/tags" Target="../tags/tag197.xml"/><Relationship Id="rId2" Type="http://schemas.openxmlformats.org/officeDocument/2006/relationships/tags" Target="../tags/tag179.xml"/><Relationship Id="rId19" Type="http://schemas.openxmlformats.org/officeDocument/2006/relationships/tags" Target="../tags/tag196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tags" Target="../tags/tag17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9" Type="http://schemas.openxmlformats.org/officeDocument/2006/relationships/slideLayout" Target="../slideLayouts/slideLayout4.xml"/><Relationship Id="rId18" Type="http://schemas.openxmlformats.org/officeDocument/2006/relationships/image" Target="../media/image3.png"/><Relationship Id="rId17" Type="http://schemas.openxmlformats.org/officeDocument/2006/relationships/tags" Target="../tags/tag214.xml"/><Relationship Id="rId16" Type="http://schemas.openxmlformats.org/officeDocument/2006/relationships/tags" Target="../tags/tag213.xml"/><Relationship Id="rId15" Type="http://schemas.openxmlformats.org/officeDocument/2006/relationships/tags" Target="../tags/tag212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198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0" Type="http://schemas.openxmlformats.org/officeDocument/2006/relationships/slideLayout" Target="../slideLayouts/slideLayout4.xml"/><Relationship Id="rId5" Type="http://schemas.openxmlformats.org/officeDocument/2006/relationships/tags" Target="../tags/tag219.xml"/><Relationship Id="rId49" Type="http://schemas.openxmlformats.org/officeDocument/2006/relationships/tags" Target="../tags/tag263.xml"/><Relationship Id="rId48" Type="http://schemas.openxmlformats.org/officeDocument/2006/relationships/tags" Target="../tags/tag262.xml"/><Relationship Id="rId47" Type="http://schemas.openxmlformats.org/officeDocument/2006/relationships/tags" Target="../tags/tag261.xml"/><Relationship Id="rId46" Type="http://schemas.openxmlformats.org/officeDocument/2006/relationships/tags" Target="../tags/tag260.xml"/><Relationship Id="rId45" Type="http://schemas.openxmlformats.org/officeDocument/2006/relationships/tags" Target="../tags/tag259.xml"/><Relationship Id="rId44" Type="http://schemas.openxmlformats.org/officeDocument/2006/relationships/tags" Target="../tags/tag258.xml"/><Relationship Id="rId43" Type="http://schemas.openxmlformats.org/officeDocument/2006/relationships/tags" Target="../tags/tag257.xml"/><Relationship Id="rId42" Type="http://schemas.openxmlformats.org/officeDocument/2006/relationships/tags" Target="../tags/tag256.xml"/><Relationship Id="rId41" Type="http://schemas.openxmlformats.org/officeDocument/2006/relationships/tags" Target="../tags/tag255.xml"/><Relationship Id="rId40" Type="http://schemas.openxmlformats.org/officeDocument/2006/relationships/tags" Target="../tags/tag254.xml"/><Relationship Id="rId4" Type="http://schemas.openxmlformats.org/officeDocument/2006/relationships/tags" Target="../tags/tag218.xml"/><Relationship Id="rId39" Type="http://schemas.openxmlformats.org/officeDocument/2006/relationships/tags" Target="../tags/tag253.xml"/><Relationship Id="rId38" Type="http://schemas.openxmlformats.org/officeDocument/2006/relationships/tags" Target="../tags/tag252.xml"/><Relationship Id="rId37" Type="http://schemas.openxmlformats.org/officeDocument/2006/relationships/tags" Target="../tags/tag251.xml"/><Relationship Id="rId36" Type="http://schemas.openxmlformats.org/officeDocument/2006/relationships/tags" Target="../tags/tag250.xml"/><Relationship Id="rId35" Type="http://schemas.openxmlformats.org/officeDocument/2006/relationships/tags" Target="../tags/tag249.xml"/><Relationship Id="rId34" Type="http://schemas.openxmlformats.org/officeDocument/2006/relationships/tags" Target="../tags/tag248.xml"/><Relationship Id="rId33" Type="http://schemas.openxmlformats.org/officeDocument/2006/relationships/tags" Target="../tags/tag247.xml"/><Relationship Id="rId32" Type="http://schemas.openxmlformats.org/officeDocument/2006/relationships/tags" Target="../tags/tag246.xml"/><Relationship Id="rId31" Type="http://schemas.openxmlformats.org/officeDocument/2006/relationships/tags" Target="../tags/tag245.xml"/><Relationship Id="rId30" Type="http://schemas.openxmlformats.org/officeDocument/2006/relationships/tags" Target="../tags/tag244.xml"/><Relationship Id="rId3" Type="http://schemas.openxmlformats.org/officeDocument/2006/relationships/tags" Target="../tags/tag217.xml"/><Relationship Id="rId29" Type="http://schemas.openxmlformats.org/officeDocument/2006/relationships/tags" Target="../tags/tag243.xml"/><Relationship Id="rId28" Type="http://schemas.openxmlformats.org/officeDocument/2006/relationships/tags" Target="../tags/tag242.xml"/><Relationship Id="rId27" Type="http://schemas.openxmlformats.org/officeDocument/2006/relationships/tags" Target="../tags/tag241.xml"/><Relationship Id="rId26" Type="http://schemas.openxmlformats.org/officeDocument/2006/relationships/tags" Target="../tags/tag240.xml"/><Relationship Id="rId25" Type="http://schemas.openxmlformats.org/officeDocument/2006/relationships/tags" Target="../tags/tag239.xml"/><Relationship Id="rId24" Type="http://schemas.openxmlformats.org/officeDocument/2006/relationships/tags" Target="../tags/tag238.xml"/><Relationship Id="rId23" Type="http://schemas.openxmlformats.org/officeDocument/2006/relationships/tags" Target="../tags/tag237.xml"/><Relationship Id="rId22" Type="http://schemas.openxmlformats.org/officeDocument/2006/relationships/tags" Target="../tags/tag236.xml"/><Relationship Id="rId21" Type="http://schemas.openxmlformats.org/officeDocument/2006/relationships/tags" Target="../tags/tag235.xml"/><Relationship Id="rId20" Type="http://schemas.openxmlformats.org/officeDocument/2006/relationships/tags" Target="../tags/tag234.xml"/><Relationship Id="rId2" Type="http://schemas.openxmlformats.org/officeDocument/2006/relationships/tags" Target="../tags/tag216.xml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5" Type="http://schemas.openxmlformats.org/officeDocument/2006/relationships/slideLayout" Target="../slideLayouts/slideLayout4.xml"/><Relationship Id="rId24" Type="http://schemas.openxmlformats.org/officeDocument/2006/relationships/tags" Target="../tags/tag287.xml"/><Relationship Id="rId23" Type="http://schemas.openxmlformats.org/officeDocument/2006/relationships/tags" Target="../tags/tag286.xml"/><Relationship Id="rId22" Type="http://schemas.openxmlformats.org/officeDocument/2006/relationships/tags" Target="../tags/tag285.xml"/><Relationship Id="rId21" Type="http://schemas.openxmlformats.org/officeDocument/2006/relationships/tags" Target="../tags/tag284.xml"/><Relationship Id="rId20" Type="http://schemas.openxmlformats.org/officeDocument/2006/relationships/tags" Target="../tags/tag283.xml"/><Relationship Id="rId2" Type="http://schemas.openxmlformats.org/officeDocument/2006/relationships/tags" Target="../tags/tag265.xml"/><Relationship Id="rId19" Type="http://schemas.openxmlformats.org/officeDocument/2006/relationships/tags" Target="../tags/tag282.xml"/><Relationship Id="rId18" Type="http://schemas.openxmlformats.org/officeDocument/2006/relationships/tags" Target="../tags/tag281.xml"/><Relationship Id="rId17" Type="http://schemas.openxmlformats.org/officeDocument/2006/relationships/tags" Target="../tags/tag280.xml"/><Relationship Id="rId16" Type="http://schemas.openxmlformats.org/officeDocument/2006/relationships/tags" Target="../tags/tag279.xml"/><Relationship Id="rId15" Type="http://schemas.openxmlformats.org/officeDocument/2006/relationships/tags" Target="../tags/tag278.xml"/><Relationship Id="rId14" Type="http://schemas.openxmlformats.org/officeDocument/2006/relationships/tags" Target="../tags/tag277.xml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tags" Target="../tags/tag273.xml"/><Relationship Id="rId1" Type="http://schemas.openxmlformats.org/officeDocument/2006/relationships/tags" Target="../tags/tag26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832096" y="2022205"/>
            <a:ext cx="63055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0" b="1" dirty="0">
                <a:solidFill>
                  <a:srgbClr val="A21212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</a:t>
            </a:r>
            <a:endParaRPr lang="zh-CN" altLang="en-US" sz="8000" b="1" dirty="0">
              <a:solidFill>
                <a:srgbClr val="A21212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04585" y="1575904"/>
            <a:ext cx="5182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完整框架</a:t>
            </a:r>
            <a:r>
              <a:rPr lang="en-US" altLang="zh-CN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·</a:t>
            </a:r>
            <a:r>
              <a:rPr lang="zh-CN" altLang="en-US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课题申报</a:t>
            </a:r>
            <a:r>
              <a:rPr lang="en-US" altLang="zh-CN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·</a:t>
            </a:r>
            <a:r>
              <a:rPr lang="zh-CN" altLang="en-US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项目答辩</a:t>
            </a:r>
            <a:r>
              <a:rPr lang="en-US" altLang="zh-CN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·</a:t>
            </a:r>
            <a:r>
              <a:rPr lang="zh-CN" altLang="en-US" sz="20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实用易改</a:t>
            </a:r>
            <a:endParaRPr lang="zh-CN" altLang="en-US" sz="2000" dirty="0">
              <a:solidFill>
                <a:prstClr val="black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708160" y="4273808"/>
            <a:ext cx="3125496" cy="438814"/>
            <a:chOff x="2708160" y="3495901"/>
            <a:chExt cx="3125496" cy="438814"/>
          </a:xfrm>
        </p:grpSpPr>
        <p:sp>
          <p:nvSpPr>
            <p:cNvPr id="12" name="矩形: 圆角 11"/>
            <p:cNvSpPr/>
            <p:nvPr/>
          </p:nvSpPr>
          <p:spPr>
            <a:xfrm>
              <a:off x="2708160" y="3495901"/>
              <a:ext cx="3125496" cy="43881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4000">
                  <a:srgbClr val="990000"/>
                </a:gs>
                <a:gs pos="0">
                  <a:srgbClr val="990000">
                    <a:lumMod val="91000"/>
                    <a:lumOff val="9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88900" dir="2700000" algn="tl" rotWithShape="0">
                <a:srgbClr val="A21212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162353" y="3530642"/>
              <a:ext cx="221370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汇报人：待用名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6173895" y="4265340"/>
            <a:ext cx="3250417" cy="438814"/>
            <a:chOff x="6173895" y="3487433"/>
            <a:chExt cx="3250417" cy="438814"/>
          </a:xfrm>
        </p:grpSpPr>
        <p:sp>
          <p:nvSpPr>
            <p:cNvPr id="15" name="矩形: 圆角 14"/>
            <p:cNvSpPr/>
            <p:nvPr/>
          </p:nvSpPr>
          <p:spPr>
            <a:xfrm>
              <a:off x="6236356" y="3487433"/>
              <a:ext cx="3125496" cy="43881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94000">
                  <a:srgbClr val="990000"/>
                </a:gs>
                <a:gs pos="0">
                  <a:srgbClr val="990000">
                    <a:lumMod val="91000"/>
                    <a:lumOff val="9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101600" dist="88900" dir="2700000" algn="tl" rotWithShape="0">
                <a:srgbClr val="A21212">
                  <a:alpha val="1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173895" y="3537922"/>
              <a:ext cx="3250417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汇报单位：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XX</a:t>
              </a: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rPr>
                <a:t>单位名称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V="1">
            <a:off x="2545992" y="5239824"/>
            <a:ext cx="6878320" cy="738056"/>
            <a:chOff x="3037840" y="5372100"/>
            <a:chExt cx="6878320" cy="738056"/>
          </a:xfrm>
        </p:grpSpPr>
        <p:sp>
          <p:nvSpPr>
            <p:cNvPr id="19" name="椭圆 18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921846" y="5359521"/>
            <a:ext cx="612661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项目申报方向：输入您的项目方向在这里输入，方向输入在这里</a:t>
            </a:r>
            <a:endParaRPr lang="zh-CN" altLang="en-US" sz="1200" dirty="0">
              <a:solidFill>
                <a:prstClr val="black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095026" y="6423388"/>
            <a:ext cx="2052547" cy="261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8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8970" y="58039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95617" y="6441804"/>
            <a:ext cx="2800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课题项目申报答辩名称标题添加在这里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21665" y="363865"/>
            <a:ext cx="371018" cy="427146"/>
            <a:chOff x="392887" y="312421"/>
            <a:chExt cx="283166" cy="326004"/>
          </a:xfrm>
        </p:grpSpPr>
        <p:sp>
          <p:nvSpPr>
            <p:cNvPr id="11" name="等腰三角形 10"/>
            <p:cNvSpPr/>
            <p:nvPr/>
          </p:nvSpPr>
          <p:spPr>
            <a:xfrm rot="5400000">
              <a:off x="477099" y="439470"/>
              <a:ext cx="213692" cy="184217"/>
            </a:xfrm>
            <a:prstGeom prst="triangle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371850" y="333458"/>
              <a:ext cx="305050" cy="262975"/>
            </a:xfrm>
            <a:prstGeom prst="triangle">
              <a:avLst/>
            </a:prstGeom>
            <a:noFill/>
            <a:ln w="6350">
              <a:solidFill>
                <a:srgbClr val="990000">
                  <a:alpha val="14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2331" y="324601"/>
            <a:ext cx="1363980" cy="933326"/>
            <a:chOff x="266700" y="196334"/>
            <a:chExt cx="1363980" cy="933326"/>
          </a:xfrm>
        </p:grpSpPr>
        <p:sp>
          <p:nvSpPr>
            <p:cNvPr id="14" name="文本框 13"/>
            <p:cNvSpPr txBox="1"/>
            <p:nvPr/>
          </p:nvSpPr>
          <p:spPr>
            <a:xfrm>
              <a:off x="266700" y="196334"/>
              <a:ext cx="13639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000" b="1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目录</a:t>
              </a:r>
              <a:endParaRPr lang="zh-CN" altLang="en-US" sz="4000" b="1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66700" y="821883"/>
              <a:ext cx="13639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contents</a:t>
              </a:r>
              <a:endParaRPr lang="zh-CN" altLang="en-US" sz="14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1"/>
            </p:custDataLst>
          </p:nvPr>
        </p:nvGrpSpPr>
        <p:grpSpPr>
          <a:xfrm>
            <a:off x="1591411" y="1836473"/>
            <a:ext cx="4239260" cy="707886"/>
            <a:chOff x="1628819" y="1894533"/>
            <a:chExt cx="4239260" cy="707886"/>
          </a:xfrm>
        </p:grpSpPr>
        <p:grpSp>
          <p:nvGrpSpPr>
            <p:cNvPr id="16" name="组合 15"/>
            <p:cNvGrpSpPr/>
            <p:nvPr/>
          </p:nvGrpSpPr>
          <p:grpSpPr>
            <a:xfrm>
              <a:off x="1628819" y="1894533"/>
              <a:ext cx="4239260" cy="707886"/>
              <a:chOff x="1439212" y="1545892"/>
              <a:chExt cx="4666184" cy="779175"/>
            </a:xfrm>
          </p:grpSpPr>
          <p:sp>
            <p:nvSpPr>
              <p:cNvPr id="17" name="文本框 1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318490" y="1701758"/>
                <a:ext cx="3786906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项目背景与立项依据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1439212" y="1545892"/>
                <a:ext cx="779175" cy="779175"/>
                <a:chOff x="1439212" y="1545892"/>
                <a:chExt cx="779175" cy="779175"/>
              </a:xfrm>
            </p:grpSpPr>
            <p:sp>
              <p:nvSpPr>
                <p:cNvPr id="21" name="椭圆 20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439212" y="1545892"/>
                  <a:ext cx="779175" cy="779175"/>
                </a:xfrm>
                <a:prstGeom prst="ellipse">
                  <a:avLst/>
                </a:prstGeom>
                <a:solidFill>
                  <a:srgbClr val="1B1D3D">
                    <a:alpha val="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20" name="椭圆 19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539240" y="1645920"/>
                  <a:ext cx="579120" cy="579120"/>
                </a:xfrm>
                <a:prstGeom prst="ellipse">
                  <a:avLst/>
                </a:prstGeom>
                <a:solidFill>
                  <a:srgbClr val="99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19" name="文本框 1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540890" y="1662694"/>
                <a:ext cx="556260" cy="575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65" name="直接连接符 64"/>
            <p:cNvCxnSpPr/>
            <p:nvPr>
              <p:custDataLst>
                <p:tags r:id="rId6"/>
              </p:custDataLst>
            </p:nvPr>
          </p:nvCxnSpPr>
          <p:spPr>
            <a:xfrm>
              <a:off x="2336705" y="2602419"/>
              <a:ext cx="317509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/>
          <p:cNvGrpSpPr/>
          <p:nvPr>
            <p:custDataLst>
              <p:tags r:id="rId7"/>
            </p:custDataLst>
          </p:nvPr>
        </p:nvGrpSpPr>
        <p:grpSpPr>
          <a:xfrm>
            <a:off x="1591411" y="3063400"/>
            <a:ext cx="4403725" cy="707886"/>
            <a:chOff x="1628819" y="1894533"/>
            <a:chExt cx="4403725" cy="707886"/>
          </a:xfrm>
        </p:grpSpPr>
        <p:grpSp>
          <p:nvGrpSpPr>
            <p:cNvPr id="70" name="组合 69"/>
            <p:cNvGrpSpPr/>
            <p:nvPr/>
          </p:nvGrpSpPr>
          <p:grpSpPr>
            <a:xfrm>
              <a:off x="1628819" y="1894533"/>
              <a:ext cx="4403725" cy="707886"/>
              <a:chOff x="1439212" y="1545892"/>
              <a:chExt cx="4847212" cy="779175"/>
            </a:xfrm>
          </p:grpSpPr>
          <p:sp>
            <p:nvSpPr>
              <p:cNvPr id="72" name="文本框 7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318490" y="1701758"/>
                <a:ext cx="3967934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建设目标与总体思路 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1439212" y="1545892"/>
                <a:ext cx="779175" cy="779175"/>
                <a:chOff x="1439212" y="1545892"/>
                <a:chExt cx="779175" cy="779175"/>
              </a:xfrm>
            </p:grpSpPr>
            <p:sp>
              <p:nvSpPr>
                <p:cNvPr id="75" name="椭圆 7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439212" y="1545892"/>
                  <a:ext cx="779175" cy="779175"/>
                </a:xfrm>
                <a:prstGeom prst="ellipse">
                  <a:avLst/>
                </a:prstGeom>
                <a:solidFill>
                  <a:srgbClr val="1B1D3D">
                    <a:alpha val="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76" name="椭圆 7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539240" y="1645920"/>
                  <a:ext cx="579120" cy="579120"/>
                </a:xfrm>
                <a:prstGeom prst="ellipse">
                  <a:avLst/>
                </a:prstGeom>
                <a:solidFill>
                  <a:srgbClr val="99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74" name="文本框 7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540890" y="1662694"/>
                <a:ext cx="556260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3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71" name="直接连接符 70"/>
            <p:cNvCxnSpPr/>
            <p:nvPr>
              <p:custDataLst>
                <p:tags r:id="rId12"/>
              </p:custDataLst>
            </p:nvPr>
          </p:nvCxnSpPr>
          <p:spPr>
            <a:xfrm>
              <a:off x="2336705" y="2602419"/>
              <a:ext cx="317509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/>
          <p:cNvGrpSpPr/>
          <p:nvPr>
            <p:custDataLst>
              <p:tags r:id="rId13"/>
            </p:custDataLst>
          </p:nvPr>
        </p:nvGrpSpPr>
        <p:grpSpPr>
          <a:xfrm>
            <a:off x="1591411" y="4480827"/>
            <a:ext cx="4239260" cy="707886"/>
            <a:chOff x="1628819" y="1894533"/>
            <a:chExt cx="4239260" cy="707886"/>
          </a:xfrm>
        </p:grpSpPr>
        <p:grpSp>
          <p:nvGrpSpPr>
            <p:cNvPr id="78" name="组合 77"/>
            <p:cNvGrpSpPr/>
            <p:nvPr/>
          </p:nvGrpSpPr>
          <p:grpSpPr>
            <a:xfrm>
              <a:off x="1628819" y="1894533"/>
              <a:ext cx="4239260" cy="707886"/>
              <a:chOff x="1439212" y="1545892"/>
              <a:chExt cx="4666184" cy="779175"/>
            </a:xfrm>
          </p:grpSpPr>
          <p:sp>
            <p:nvSpPr>
              <p:cNvPr id="80" name="文本框 79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2318490" y="1701758"/>
                <a:ext cx="3786906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l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实施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计划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与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人员安排</a:t>
                </a:r>
                <a:endParaRPr lang="en-US" altLang="zh-CN" sz="2800" kern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81" name="组合 80"/>
              <p:cNvGrpSpPr/>
              <p:nvPr/>
            </p:nvGrpSpPr>
            <p:grpSpPr>
              <a:xfrm>
                <a:off x="1439212" y="1545892"/>
                <a:ext cx="779175" cy="779175"/>
                <a:chOff x="1439212" y="1545892"/>
                <a:chExt cx="779175" cy="779175"/>
              </a:xfrm>
            </p:grpSpPr>
            <p:sp>
              <p:nvSpPr>
                <p:cNvPr id="83" name="椭圆 8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439212" y="1545892"/>
                  <a:ext cx="779175" cy="779175"/>
                </a:xfrm>
                <a:prstGeom prst="ellipse">
                  <a:avLst/>
                </a:prstGeom>
                <a:solidFill>
                  <a:srgbClr val="1B1D3D">
                    <a:alpha val="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84" name="椭圆 83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539240" y="1645920"/>
                  <a:ext cx="579120" cy="579120"/>
                </a:xfrm>
                <a:prstGeom prst="ellipse">
                  <a:avLst/>
                </a:prstGeom>
                <a:solidFill>
                  <a:srgbClr val="99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82" name="文本框 8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540890" y="1662694"/>
                <a:ext cx="556260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5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79" name="直接连接符 78"/>
            <p:cNvCxnSpPr/>
            <p:nvPr>
              <p:custDataLst>
                <p:tags r:id="rId18"/>
              </p:custDataLst>
            </p:nvPr>
          </p:nvCxnSpPr>
          <p:spPr>
            <a:xfrm>
              <a:off x="2336705" y="2602419"/>
              <a:ext cx="317509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/>
          <p:cNvGrpSpPr/>
          <p:nvPr>
            <p:custDataLst>
              <p:tags r:id="rId19"/>
            </p:custDataLst>
          </p:nvPr>
        </p:nvGrpSpPr>
        <p:grpSpPr>
          <a:xfrm>
            <a:off x="6206456" y="1836473"/>
            <a:ext cx="4228465" cy="707886"/>
            <a:chOff x="1628819" y="1894533"/>
            <a:chExt cx="4228465" cy="707886"/>
          </a:xfrm>
        </p:grpSpPr>
        <p:grpSp>
          <p:nvGrpSpPr>
            <p:cNvPr id="94" name="组合 93"/>
            <p:cNvGrpSpPr/>
            <p:nvPr/>
          </p:nvGrpSpPr>
          <p:grpSpPr>
            <a:xfrm>
              <a:off x="1628819" y="1894533"/>
              <a:ext cx="4228465" cy="707886"/>
              <a:chOff x="1439212" y="1545892"/>
              <a:chExt cx="4654302" cy="779175"/>
            </a:xfrm>
          </p:grpSpPr>
          <p:sp>
            <p:nvSpPr>
              <p:cNvPr id="96" name="文本框 9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2318490" y="1701758"/>
                <a:ext cx="3775024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现状分析与问题诊断</a:t>
                </a:r>
                <a:endPara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97" name="组合 96"/>
              <p:cNvGrpSpPr/>
              <p:nvPr/>
            </p:nvGrpSpPr>
            <p:grpSpPr>
              <a:xfrm>
                <a:off x="1439212" y="1545892"/>
                <a:ext cx="779175" cy="779175"/>
                <a:chOff x="1439212" y="1545892"/>
                <a:chExt cx="779175" cy="779175"/>
              </a:xfrm>
            </p:grpSpPr>
            <p:sp>
              <p:nvSpPr>
                <p:cNvPr id="99" name="椭圆 9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439212" y="1545892"/>
                  <a:ext cx="779175" cy="779175"/>
                </a:xfrm>
                <a:prstGeom prst="ellipse">
                  <a:avLst/>
                </a:prstGeom>
                <a:solidFill>
                  <a:srgbClr val="1B1D3D">
                    <a:alpha val="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100" name="椭圆 99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539240" y="1645920"/>
                  <a:ext cx="579120" cy="579120"/>
                </a:xfrm>
                <a:prstGeom prst="ellipse">
                  <a:avLst/>
                </a:prstGeom>
                <a:solidFill>
                  <a:srgbClr val="99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98" name="文本框 97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540890" y="1662694"/>
                <a:ext cx="556260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95" name="直接连接符 94"/>
            <p:cNvCxnSpPr/>
            <p:nvPr>
              <p:custDataLst>
                <p:tags r:id="rId24"/>
              </p:custDataLst>
            </p:nvPr>
          </p:nvCxnSpPr>
          <p:spPr>
            <a:xfrm>
              <a:off x="2336705" y="2602419"/>
              <a:ext cx="317509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/>
          <p:cNvGrpSpPr/>
          <p:nvPr>
            <p:custDataLst>
              <p:tags r:id="rId25"/>
            </p:custDataLst>
          </p:nvPr>
        </p:nvGrpSpPr>
        <p:grpSpPr>
          <a:xfrm>
            <a:off x="6206456" y="3063400"/>
            <a:ext cx="4539269" cy="707886"/>
            <a:chOff x="1628819" y="1894533"/>
            <a:chExt cx="4539269" cy="707886"/>
          </a:xfrm>
        </p:grpSpPr>
        <p:grpSp>
          <p:nvGrpSpPr>
            <p:cNvPr id="102" name="组合 101"/>
            <p:cNvGrpSpPr/>
            <p:nvPr/>
          </p:nvGrpSpPr>
          <p:grpSpPr>
            <a:xfrm>
              <a:off x="1628819" y="1894533"/>
              <a:ext cx="4539269" cy="707886"/>
              <a:chOff x="1439212" y="1545892"/>
              <a:chExt cx="4996406" cy="779175"/>
            </a:xfrm>
          </p:grpSpPr>
          <p:sp>
            <p:nvSpPr>
              <p:cNvPr id="104" name="文本框 103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318414" y="1701820"/>
                <a:ext cx="4117204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l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建设内容与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总体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方案</a:t>
                </a:r>
                <a:endParaRPr lang="zh-CN" altLang="en-US" sz="2800" kern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105" name="组合 104"/>
              <p:cNvGrpSpPr/>
              <p:nvPr/>
            </p:nvGrpSpPr>
            <p:grpSpPr>
              <a:xfrm>
                <a:off x="1439212" y="1545892"/>
                <a:ext cx="779175" cy="779175"/>
                <a:chOff x="1439212" y="1545892"/>
                <a:chExt cx="779175" cy="779175"/>
              </a:xfrm>
            </p:grpSpPr>
            <p:sp>
              <p:nvSpPr>
                <p:cNvPr id="107" name="椭圆 106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439212" y="1545892"/>
                  <a:ext cx="779175" cy="779175"/>
                </a:xfrm>
                <a:prstGeom prst="ellipse">
                  <a:avLst/>
                </a:prstGeom>
                <a:solidFill>
                  <a:srgbClr val="1B1D3D">
                    <a:alpha val="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108" name="椭圆 107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539240" y="1645920"/>
                  <a:ext cx="579120" cy="579120"/>
                </a:xfrm>
                <a:prstGeom prst="ellipse">
                  <a:avLst/>
                </a:prstGeom>
                <a:solidFill>
                  <a:srgbClr val="99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106" name="文本框 105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1540890" y="1662694"/>
                <a:ext cx="556260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4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103" name="直接连接符 102"/>
            <p:cNvCxnSpPr/>
            <p:nvPr>
              <p:custDataLst>
                <p:tags r:id="rId30"/>
              </p:custDataLst>
            </p:nvPr>
          </p:nvCxnSpPr>
          <p:spPr>
            <a:xfrm>
              <a:off x="2336705" y="2602419"/>
              <a:ext cx="317509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组合 108"/>
          <p:cNvGrpSpPr/>
          <p:nvPr>
            <p:custDataLst>
              <p:tags r:id="rId31"/>
            </p:custDataLst>
          </p:nvPr>
        </p:nvGrpSpPr>
        <p:grpSpPr>
          <a:xfrm>
            <a:off x="6206456" y="4480827"/>
            <a:ext cx="4229100" cy="707886"/>
            <a:chOff x="1628819" y="1894533"/>
            <a:chExt cx="4229100" cy="707886"/>
          </a:xfrm>
        </p:grpSpPr>
        <p:grpSp>
          <p:nvGrpSpPr>
            <p:cNvPr id="110" name="组合 109"/>
            <p:cNvGrpSpPr/>
            <p:nvPr/>
          </p:nvGrpSpPr>
          <p:grpSpPr>
            <a:xfrm>
              <a:off x="1628819" y="1894533"/>
              <a:ext cx="4229100" cy="707886"/>
              <a:chOff x="1439212" y="1545892"/>
              <a:chExt cx="4655001" cy="779175"/>
            </a:xfrm>
          </p:grpSpPr>
          <p:sp>
            <p:nvSpPr>
              <p:cNvPr id="112" name="文本框 111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318490" y="1701758"/>
                <a:ext cx="3775723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l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项目经费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与</a:t>
                </a:r>
                <a:r>
                  <a:rPr lang="zh-CN" altLang="en-US" sz="2800" kern="0" noProof="0" dirty="0">
                    <a:ln>
                      <a:noFill/>
                    </a:ln>
                    <a:solidFill>
                      <a:srgbClr val="990000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效益</a:t>
                </a:r>
                <a:endParaRPr lang="zh-CN" altLang="en-US" sz="2800" kern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grpSp>
            <p:nvGrpSpPr>
              <p:cNvPr id="113" name="组合 112"/>
              <p:cNvGrpSpPr/>
              <p:nvPr/>
            </p:nvGrpSpPr>
            <p:grpSpPr>
              <a:xfrm>
                <a:off x="1439212" y="1545892"/>
                <a:ext cx="779175" cy="779175"/>
                <a:chOff x="1439212" y="1545892"/>
                <a:chExt cx="779175" cy="779175"/>
              </a:xfrm>
            </p:grpSpPr>
            <p:sp>
              <p:nvSpPr>
                <p:cNvPr id="115" name="椭圆 114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439212" y="1545892"/>
                  <a:ext cx="779175" cy="779175"/>
                </a:xfrm>
                <a:prstGeom prst="ellipse">
                  <a:avLst/>
                </a:prstGeom>
                <a:solidFill>
                  <a:srgbClr val="1B1D3D">
                    <a:alpha val="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  <p:sp>
              <p:nvSpPr>
                <p:cNvPr id="116" name="椭圆 115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539240" y="1645920"/>
                  <a:ext cx="579120" cy="579120"/>
                </a:xfrm>
                <a:prstGeom prst="ellipse">
                  <a:avLst/>
                </a:prstGeom>
                <a:solidFill>
                  <a:srgbClr val="990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endParaRPr>
                </a:p>
              </p:txBody>
            </p:sp>
          </p:grpSp>
          <p:sp>
            <p:nvSpPr>
              <p:cNvPr id="114" name="文本框 11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1540890" y="1662694"/>
                <a:ext cx="556260" cy="574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6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111" name="直接连接符 110"/>
            <p:cNvCxnSpPr/>
            <p:nvPr>
              <p:custDataLst>
                <p:tags r:id="rId36"/>
              </p:custDataLst>
            </p:nvPr>
          </p:nvCxnSpPr>
          <p:spPr>
            <a:xfrm>
              <a:off x="2336705" y="2602419"/>
              <a:ext cx="3175095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7" name="直接连接符 126"/>
          <p:cNvCxnSpPr>
            <a:stCxn id="14" idx="3"/>
          </p:cNvCxnSpPr>
          <p:nvPr/>
        </p:nvCxnSpPr>
        <p:spPr>
          <a:xfrm flipV="1">
            <a:off x="2286311" y="662527"/>
            <a:ext cx="9158929" cy="16017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直接连接符 65"/>
          <p:cNvCxnSpPr/>
          <p:nvPr/>
        </p:nvCxnSpPr>
        <p:spPr>
          <a:xfrm flipH="1">
            <a:off x="1284876" y="3394039"/>
            <a:ext cx="597929" cy="597933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 flipV="1">
            <a:off x="1637665" y="3102610"/>
            <a:ext cx="10207625" cy="737870"/>
            <a:chOff x="3037840" y="5372100"/>
            <a:chExt cx="6878320" cy="738056"/>
          </a:xfrm>
        </p:grpSpPr>
        <p:sp>
          <p:nvSpPr>
            <p:cNvPr id="27" name="椭圆 26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139440" y="2320925"/>
            <a:ext cx="796163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项目背景与立项依据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12934" y="2054166"/>
            <a:ext cx="1599479" cy="1599479"/>
            <a:chOff x="1439212" y="1545892"/>
            <a:chExt cx="779175" cy="779175"/>
          </a:xfrm>
        </p:grpSpPr>
        <p:sp>
          <p:nvSpPr>
            <p:cNvPr id="14" name="椭圆 13"/>
            <p:cNvSpPr/>
            <p:nvPr/>
          </p:nvSpPr>
          <p:spPr>
            <a:xfrm>
              <a:off x="1439212" y="1545892"/>
              <a:ext cx="779175" cy="779175"/>
            </a:xfrm>
            <a:prstGeom prst="ellipse">
              <a:avLst/>
            </a:prstGeom>
            <a:solidFill>
              <a:srgbClr val="1B1D3D">
                <a:alpha val="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539240" y="1645920"/>
              <a:ext cx="579120" cy="579120"/>
            </a:xfrm>
            <a:prstGeom prst="ellipse">
              <a:avLst/>
            </a:prstGeom>
            <a:solidFill>
              <a:srgbClr val="99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421657" y="2293935"/>
            <a:ext cx="1141882" cy="1107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1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61352" y="6441804"/>
            <a:ext cx="2468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1" name="矩形: 圆顶角 20"/>
          <p:cNvSpPr/>
          <p:nvPr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2" name="arrowhead-thin-outline-to-the-left_32542"/>
          <p:cNvSpPr/>
          <p:nvPr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9431" y="367927"/>
            <a:ext cx="1552141" cy="51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1100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7303" y="367927"/>
            <a:ext cx="45719" cy="519309"/>
          </a:xfrm>
          <a:prstGeom prst="rect">
            <a:avLst/>
          </a:prstGeom>
          <a:pattFill prst="zigZ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400291" y="3840530"/>
            <a:ext cx="2440305" cy="337185"/>
            <a:chOff x="4645227" y="4175251"/>
            <a:chExt cx="2440305" cy="337185"/>
          </a:xfrm>
        </p:grpSpPr>
        <p:grpSp>
          <p:nvGrpSpPr>
            <p:cNvPr id="33" name="组合 32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29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0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1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2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4989397" y="4175251"/>
              <a:ext cx="209613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政策背景与行业要求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894109" y="3840530"/>
            <a:ext cx="2474595" cy="337185"/>
            <a:chOff x="4645227" y="4175251"/>
            <a:chExt cx="2474595" cy="337185"/>
          </a:xfrm>
        </p:grpSpPr>
        <p:grpSp>
          <p:nvGrpSpPr>
            <p:cNvPr id="37" name="组合 36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39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0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1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2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4989397" y="4175251"/>
              <a:ext cx="213042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研究意义与应用前景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400291" y="4240154"/>
            <a:ext cx="2671445" cy="337185"/>
            <a:chOff x="4645227" y="4175251"/>
            <a:chExt cx="2671445" cy="337185"/>
          </a:xfrm>
        </p:grpSpPr>
        <p:grpSp>
          <p:nvGrpSpPr>
            <p:cNvPr id="44" name="组合 43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46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7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8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9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4989397" y="4175251"/>
              <a:ext cx="232727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立项依据与合规性说明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cxnSp>
        <p:nvCxnSpPr>
          <p:cNvPr id="58" name="直接连接符 57"/>
          <p:cNvCxnSpPr/>
          <p:nvPr/>
        </p:nvCxnSpPr>
        <p:spPr>
          <a:xfrm flipH="1">
            <a:off x="2439455" y="1403685"/>
            <a:ext cx="849927" cy="849932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844895" y="3217106"/>
            <a:ext cx="1513669" cy="15136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项目背景</a:t>
            </a:r>
            <a:r>
              <a:rPr lang="zh-CN" altLang="en-US" sz="32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与立项依据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961572" y="340141"/>
            <a:ext cx="3276600" cy="398780"/>
            <a:chOff x="2818447" y="364271"/>
            <a:chExt cx="3276600" cy="398780"/>
          </a:xfrm>
        </p:grpSpPr>
        <p:sp>
          <p:nvSpPr>
            <p:cNvPr id="12" name="文本框 11"/>
            <p:cNvSpPr txBox="1"/>
            <p:nvPr/>
          </p:nvSpPr>
          <p:spPr>
            <a:xfrm>
              <a:off x="3174047" y="364271"/>
              <a:ext cx="292100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政策背景与行业要求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2818447" y="372040"/>
              <a:ext cx="301943" cy="369332"/>
              <a:chOff x="2818447" y="372040"/>
              <a:chExt cx="301943" cy="369332"/>
            </a:xfrm>
          </p:grpSpPr>
          <p:sp>
            <p:nvSpPr>
              <p:cNvPr id="16" name="椭圆 15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818447" y="372040"/>
                <a:ext cx="292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zh-CN" altLang="en-US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770324" y="1214437"/>
            <a:ext cx="2815839" cy="5131682"/>
            <a:chOff x="1035844" y="1170563"/>
            <a:chExt cx="2528887" cy="4608731"/>
          </a:xfrm>
        </p:grpSpPr>
        <p:sp>
          <p:nvSpPr>
            <p:cNvPr id="20" name="矩形 19"/>
            <p:cNvSpPr/>
            <p:nvPr/>
          </p:nvSpPr>
          <p:spPr>
            <a:xfrm>
              <a:off x="1035844" y="1493044"/>
              <a:ext cx="2528887" cy="4014787"/>
            </a:xfrm>
            <a:prstGeom prst="rect">
              <a:avLst/>
            </a:prstGeom>
            <a:noFill/>
            <a:ln w="22225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78744" y="1221581"/>
              <a:ext cx="485775" cy="650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818447" y="5129212"/>
              <a:ext cx="485775" cy="6500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43758" y="1170563"/>
              <a:ext cx="552909" cy="438871"/>
            </a:xfrm>
            <a:custGeom>
              <a:avLst/>
              <a:gdLst/>
              <a:ahLst/>
              <a:cxnLst/>
              <a:rect l="l" t="t" r="r" b="b"/>
              <a:pathLst>
                <a:path w="131064" h="104032">
                  <a:moveTo>
                    <a:pt x="131064" y="0"/>
                  </a:moveTo>
                  <a:lnTo>
                    <a:pt x="131064" y="22937"/>
                  </a:lnTo>
                  <a:cubicBezTo>
                    <a:pt x="127241" y="24575"/>
                    <a:pt x="124101" y="26759"/>
                    <a:pt x="121644" y="29490"/>
                  </a:cubicBezTo>
                  <a:cubicBezTo>
                    <a:pt x="119186" y="32220"/>
                    <a:pt x="117139" y="35087"/>
                    <a:pt x="115500" y="38091"/>
                  </a:cubicBezTo>
                  <a:cubicBezTo>
                    <a:pt x="113862" y="41094"/>
                    <a:pt x="112702" y="44098"/>
                    <a:pt x="112019" y="47102"/>
                  </a:cubicBezTo>
                  <a:cubicBezTo>
                    <a:pt x="111336" y="50105"/>
                    <a:pt x="110995" y="52699"/>
                    <a:pt x="110995" y="54883"/>
                  </a:cubicBezTo>
                  <a:lnTo>
                    <a:pt x="131064" y="54883"/>
                  </a:lnTo>
                  <a:lnTo>
                    <a:pt x="131064" y="104032"/>
                  </a:lnTo>
                  <a:lnTo>
                    <a:pt x="86011" y="104032"/>
                  </a:lnTo>
                  <a:lnTo>
                    <a:pt x="86011" y="61437"/>
                  </a:lnTo>
                  <a:cubicBezTo>
                    <a:pt x="86011" y="49422"/>
                    <a:pt x="90516" y="37408"/>
                    <a:pt x="99527" y="25394"/>
                  </a:cubicBezTo>
                  <a:cubicBezTo>
                    <a:pt x="108264" y="13926"/>
                    <a:pt x="118777" y="5461"/>
                    <a:pt x="131064" y="0"/>
                  </a:cubicBezTo>
                  <a:close/>
                  <a:moveTo>
                    <a:pt x="45053" y="0"/>
                  </a:moveTo>
                  <a:lnTo>
                    <a:pt x="45053" y="22937"/>
                  </a:lnTo>
                  <a:cubicBezTo>
                    <a:pt x="41231" y="24575"/>
                    <a:pt x="38091" y="26759"/>
                    <a:pt x="35633" y="29490"/>
                  </a:cubicBezTo>
                  <a:cubicBezTo>
                    <a:pt x="33176" y="32220"/>
                    <a:pt x="31128" y="35087"/>
                    <a:pt x="29490" y="38091"/>
                  </a:cubicBezTo>
                  <a:cubicBezTo>
                    <a:pt x="27851" y="41094"/>
                    <a:pt x="26691" y="44098"/>
                    <a:pt x="26008" y="47102"/>
                  </a:cubicBezTo>
                  <a:cubicBezTo>
                    <a:pt x="25326" y="50105"/>
                    <a:pt x="24984" y="52699"/>
                    <a:pt x="24984" y="54883"/>
                  </a:cubicBezTo>
                  <a:lnTo>
                    <a:pt x="45053" y="54883"/>
                  </a:lnTo>
                  <a:lnTo>
                    <a:pt x="45053" y="104032"/>
                  </a:lnTo>
                  <a:lnTo>
                    <a:pt x="0" y="104032"/>
                  </a:lnTo>
                  <a:lnTo>
                    <a:pt x="0" y="61437"/>
                  </a:lnTo>
                  <a:cubicBezTo>
                    <a:pt x="0" y="49422"/>
                    <a:pt x="4505" y="37408"/>
                    <a:pt x="13516" y="25394"/>
                  </a:cubicBezTo>
                  <a:cubicBezTo>
                    <a:pt x="22254" y="13926"/>
                    <a:pt x="32766" y="5461"/>
                    <a:pt x="45053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 rot="10800000">
              <a:off x="2890333" y="5454253"/>
              <a:ext cx="342001" cy="271463"/>
            </a:xfrm>
            <a:custGeom>
              <a:avLst/>
              <a:gdLst/>
              <a:ahLst/>
              <a:cxnLst/>
              <a:rect l="l" t="t" r="r" b="b"/>
              <a:pathLst>
                <a:path w="131064" h="104032">
                  <a:moveTo>
                    <a:pt x="131064" y="0"/>
                  </a:moveTo>
                  <a:lnTo>
                    <a:pt x="131064" y="22937"/>
                  </a:lnTo>
                  <a:cubicBezTo>
                    <a:pt x="127241" y="24575"/>
                    <a:pt x="124101" y="26759"/>
                    <a:pt x="121644" y="29490"/>
                  </a:cubicBezTo>
                  <a:cubicBezTo>
                    <a:pt x="119186" y="32220"/>
                    <a:pt x="117139" y="35087"/>
                    <a:pt x="115500" y="38091"/>
                  </a:cubicBezTo>
                  <a:cubicBezTo>
                    <a:pt x="113862" y="41094"/>
                    <a:pt x="112702" y="44098"/>
                    <a:pt x="112019" y="47102"/>
                  </a:cubicBezTo>
                  <a:cubicBezTo>
                    <a:pt x="111336" y="50105"/>
                    <a:pt x="110995" y="52699"/>
                    <a:pt x="110995" y="54883"/>
                  </a:cubicBezTo>
                  <a:lnTo>
                    <a:pt x="131064" y="54883"/>
                  </a:lnTo>
                  <a:lnTo>
                    <a:pt x="131064" y="104032"/>
                  </a:lnTo>
                  <a:lnTo>
                    <a:pt x="86011" y="104032"/>
                  </a:lnTo>
                  <a:lnTo>
                    <a:pt x="86011" y="61437"/>
                  </a:lnTo>
                  <a:cubicBezTo>
                    <a:pt x="86011" y="49422"/>
                    <a:pt x="90516" y="37408"/>
                    <a:pt x="99527" y="25394"/>
                  </a:cubicBezTo>
                  <a:cubicBezTo>
                    <a:pt x="108264" y="13926"/>
                    <a:pt x="118777" y="5461"/>
                    <a:pt x="131064" y="0"/>
                  </a:cubicBezTo>
                  <a:close/>
                  <a:moveTo>
                    <a:pt x="45053" y="0"/>
                  </a:moveTo>
                  <a:lnTo>
                    <a:pt x="45053" y="22937"/>
                  </a:lnTo>
                  <a:cubicBezTo>
                    <a:pt x="41231" y="24575"/>
                    <a:pt x="38091" y="26759"/>
                    <a:pt x="35633" y="29490"/>
                  </a:cubicBezTo>
                  <a:cubicBezTo>
                    <a:pt x="33176" y="32220"/>
                    <a:pt x="31128" y="35087"/>
                    <a:pt x="29490" y="38091"/>
                  </a:cubicBezTo>
                  <a:cubicBezTo>
                    <a:pt x="27851" y="41094"/>
                    <a:pt x="26691" y="44098"/>
                    <a:pt x="26008" y="47102"/>
                  </a:cubicBezTo>
                  <a:cubicBezTo>
                    <a:pt x="25326" y="50105"/>
                    <a:pt x="24984" y="52699"/>
                    <a:pt x="24984" y="54883"/>
                  </a:cubicBezTo>
                  <a:lnTo>
                    <a:pt x="45053" y="54883"/>
                  </a:lnTo>
                  <a:lnTo>
                    <a:pt x="45053" y="104032"/>
                  </a:lnTo>
                  <a:lnTo>
                    <a:pt x="0" y="104032"/>
                  </a:lnTo>
                  <a:lnTo>
                    <a:pt x="0" y="61437"/>
                  </a:lnTo>
                  <a:cubicBezTo>
                    <a:pt x="0" y="49422"/>
                    <a:pt x="4505" y="37408"/>
                    <a:pt x="13516" y="25394"/>
                  </a:cubicBezTo>
                  <a:cubicBezTo>
                    <a:pt x="22254" y="13926"/>
                    <a:pt x="32766" y="5461"/>
                    <a:pt x="45053" y="0"/>
                  </a:cubicBez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935699" y="2635595"/>
            <a:ext cx="245787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A21212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项目背景</a:t>
            </a:r>
            <a:endParaRPr lang="zh-CN" altLang="en-US" sz="2000" b="1" dirty="0">
              <a:solidFill>
                <a:srgbClr val="A21212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957736" y="3179848"/>
            <a:ext cx="418510" cy="0"/>
          </a:xfrm>
          <a:prstGeom prst="line">
            <a:avLst/>
          </a:prstGeom>
          <a:ln w="285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1888921" y="1904518"/>
            <a:ext cx="635344" cy="635344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052029" y="2008008"/>
            <a:ext cx="309128" cy="428363"/>
            <a:chOff x="6551613" y="2513013"/>
            <a:chExt cx="222250" cy="307975"/>
          </a:xfrm>
        </p:grpSpPr>
        <p:sp>
          <p:nvSpPr>
            <p:cNvPr id="34" name="Line 283"/>
            <p:cNvSpPr>
              <a:spLocks noChangeShapeType="1"/>
            </p:cNvSpPr>
            <p:nvPr/>
          </p:nvSpPr>
          <p:spPr bwMode="auto">
            <a:xfrm>
              <a:off x="6623050" y="2784476"/>
              <a:ext cx="79375" cy="0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5" name="Line 284"/>
            <p:cNvSpPr>
              <a:spLocks noChangeShapeType="1"/>
            </p:cNvSpPr>
            <p:nvPr/>
          </p:nvSpPr>
          <p:spPr bwMode="auto">
            <a:xfrm flipV="1">
              <a:off x="6662738" y="2513013"/>
              <a:ext cx="0" cy="20638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6" name="Line 285"/>
            <p:cNvSpPr>
              <a:spLocks noChangeShapeType="1"/>
            </p:cNvSpPr>
            <p:nvPr/>
          </p:nvSpPr>
          <p:spPr bwMode="auto">
            <a:xfrm flipV="1">
              <a:off x="6757988" y="2560638"/>
              <a:ext cx="15875" cy="15875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7" name="Line 286"/>
            <p:cNvSpPr>
              <a:spLocks noChangeShapeType="1"/>
            </p:cNvSpPr>
            <p:nvPr/>
          </p:nvSpPr>
          <p:spPr bwMode="auto">
            <a:xfrm>
              <a:off x="6551613" y="2560638"/>
              <a:ext cx="15875" cy="15875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8" name="Line 287"/>
            <p:cNvSpPr>
              <a:spLocks noChangeShapeType="1"/>
            </p:cNvSpPr>
            <p:nvPr/>
          </p:nvSpPr>
          <p:spPr bwMode="auto">
            <a:xfrm flipV="1">
              <a:off x="6662738" y="2681288"/>
              <a:ext cx="0" cy="77788"/>
            </a:xfrm>
            <a:prstGeom prst="line">
              <a:avLst/>
            </a:prstGeom>
            <a:noFill/>
            <a:ln w="2222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39" name="Line 288"/>
            <p:cNvSpPr>
              <a:spLocks noChangeShapeType="1"/>
            </p:cNvSpPr>
            <p:nvPr/>
          </p:nvSpPr>
          <p:spPr bwMode="auto">
            <a:xfrm flipV="1">
              <a:off x="6662738" y="2654301"/>
              <a:ext cx="28575" cy="26988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40" name="Line 289"/>
            <p:cNvSpPr>
              <a:spLocks noChangeShapeType="1"/>
            </p:cNvSpPr>
            <p:nvPr/>
          </p:nvSpPr>
          <p:spPr bwMode="auto">
            <a:xfrm flipH="1" flipV="1">
              <a:off x="6634163" y="2654301"/>
              <a:ext cx="28575" cy="26988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41" name="Freeform 290"/>
            <p:cNvSpPr/>
            <p:nvPr/>
          </p:nvSpPr>
          <p:spPr bwMode="auto">
            <a:xfrm>
              <a:off x="6573838" y="2563813"/>
              <a:ext cx="177800" cy="195263"/>
            </a:xfrm>
            <a:custGeom>
              <a:avLst/>
              <a:gdLst>
                <a:gd name="T0" fmla="*/ 80 w 160"/>
                <a:gd name="T1" fmla="*/ 0 h 175"/>
                <a:gd name="T2" fmla="*/ 0 w 160"/>
                <a:gd name="T3" fmla="*/ 78 h 175"/>
                <a:gd name="T4" fmla="*/ 14 w 160"/>
                <a:gd name="T5" fmla="*/ 123 h 175"/>
                <a:gd name="T6" fmla="*/ 24 w 160"/>
                <a:gd name="T7" fmla="*/ 133 h 175"/>
                <a:gd name="T8" fmla="*/ 50 w 160"/>
                <a:gd name="T9" fmla="*/ 175 h 175"/>
                <a:gd name="T10" fmla="*/ 111 w 160"/>
                <a:gd name="T11" fmla="*/ 175 h 175"/>
                <a:gd name="T12" fmla="*/ 136 w 160"/>
                <a:gd name="T13" fmla="*/ 133 h 175"/>
                <a:gd name="T14" fmla="*/ 146 w 160"/>
                <a:gd name="T15" fmla="*/ 124 h 175"/>
                <a:gd name="T16" fmla="*/ 160 w 160"/>
                <a:gd name="T17" fmla="*/ 78 h 175"/>
                <a:gd name="T18" fmla="*/ 80 w 160"/>
                <a:gd name="T19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0" h="175">
                  <a:moveTo>
                    <a:pt x="80" y="0"/>
                  </a:moveTo>
                  <a:cubicBezTo>
                    <a:pt x="36" y="0"/>
                    <a:pt x="0" y="35"/>
                    <a:pt x="0" y="78"/>
                  </a:cubicBezTo>
                  <a:cubicBezTo>
                    <a:pt x="0" y="96"/>
                    <a:pt x="5" y="112"/>
                    <a:pt x="14" y="123"/>
                  </a:cubicBezTo>
                  <a:cubicBezTo>
                    <a:pt x="18" y="127"/>
                    <a:pt x="21" y="130"/>
                    <a:pt x="24" y="133"/>
                  </a:cubicBezTo>
                  <a:cubicBezTo>
                    <a:pt x="36" y="144"/>
                    <a:pt x="46" y="154"/>
                    <a:pt x="50" y="175"/>
                  </a:cubicBezTo>
                  <a:cubicBezTo>
                    <a:pt x="111" y="175"/>
                    <a:pt x="111" y="175"/>
                    <a:pt x="111" y="175"/>
                  </a:cubicBezTo>
                  <a:cubicBezTo>
                    <a:pt x="114" y="154"/>
                    <a:pt x="125" y="144"/>
                    <a:pt x="136" y="133"/>
                  </a:cubicBezTo>
                  <a:cubicBezTo>
                    <a:pt x="139" y="130"/>
                    <a:pt x="143" y="127"/>
                    <a:pt x="146" y="124"/>
                  </a:cubicBezTo>
                  <a:cubicBezTo>
                    <a:pt x="156" y="111"/>
                    <a:pt x="160" y="98"/>
                    <a:pt x="160" y="78"/>
                  </a:cubicBezTo>
                  <a:cubicBezTo>
                    <a:pt x="160" y="35"/>
                    <a:pt x="124" y="0"/>
                    <a:pt x="80" y="0"/>
                  </a:cubicBezTo>
                  <a:close/>
                </a:path>
              </a:pathLst>
            </a:custGeom>
            <a:noFill/>
            <a:ln w="2222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42" name="Freeform 291"/>
            <p:cNvSpPr/>
            <p:nvPr/>
          </p:nvSpPr>
          <p:spPr bwMode="auto">
            <a:xfrm>
              <a:off x="6632575" y="2811463"/>
              <a:ext cx="60325" cy="9525"/>
            </a:xfrm>
            <a:custGeom>
              <a:avLst/>
              <a:gdLst>
                <a:gd name="T0" fmla="*/ 0 w 54"/>
                <a:gd name="T1" fmla="*/ 0 h 9"/>
                <a:gd name="T2" fmla="*/ 10 w 54"/>
                <a:gd name="T3" fmla="*/ 0 h 9"/>
                <a:gd name="T4" fmla="*/ 27 w 54"/>
                <a:gd name="T5" fmla="*/ 9 h 9"/>
                <a:gd name="T6" fmla="*/ 44 w 54"/>
                <a:gd name="T7" fmla="*/ 0 h 9"/>
                <a:gd name="T8" fmla="*/ 54 w 54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9">
                  <a:moveTo>
                    <a:pt x="0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3" y="3"/>
                    <a:pt x="19" y="9"/>
                    <a:pt x="27" y="9"/>
                  </a:cubicBezTo>
                  <a:cubicBezTo>
                    <a:pt x="35" y="9"/>
                    <a:pt x="41" y="3"/>
                    <a:pt x="44" y="0"/>
                  </a:cubicBezTo>
                  <a:cubicBezTo>
                    <a:pt x="54" y="0"/>
                    <a:pt x="54" y="0"/>
                    <a:pt x="54" y="0"/>
                  </a:cubicBez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780184" y="1566139"/>
            <a:ext cx="7978429" cy="981094"/>
            <a:chOff x="3780184" y="1566139"/>
            <a:chExt cx="8162115" cy="981094"/>
          </a:xfrm>
          <a:solidFill>
            <a:srgbClr val="990000"/>
          </a:solidFill>
        </p:grpSpPr>
        <p:sp>
          <p:nvSpPr>
            <p:cNvPr id="2" name="箭头: 五边形 1"/>
            <p:cNvSpPr/>
            <p:nvPr/>
          </p:nvSpPr>
          <p:spPr>
            <a:xfrm>
              <a:off x="3780184" y="1566139"/>
              <a:ext cx="3036094" cy="966352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43" name="箭头: V 形 42"/>
            <p:cNvSpPr/>
            <p:nvPr/>
          </p:nvSpPr>
          <p:spPr>
            <a:xfrm>
              <a:off x="6453542" y="1566139"/>
              <a:ext cx="2925747" cy="98109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44" name="箭头: V 形 43"/>
            <p:cNvSpPr/>
            <p:nvPr/>
          </p:nvSpPr>
          <p:spPr>
            <a:xfrm>
              <a:off x="9016552" y="1566139"/>
              <a:ext cx="2925747" cy="98109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45" name="文本框 44"/>
          <p:cNvSpPr txBox="1"/>
          <p:nvPr/>
        </p:nvSpPr>
        <p:spPr>
          <a:xfrm>
            <a:off x="3913646" y="2835649"/>
            <a:ext cx="2088234" cy="2084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329363" y="2635595"/>
            <a:ext cx="0" cy="32552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8815388" y="2635595"/>
            <a:ext cx="0" cy="32552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502659" y="2835649"/>
            <a:ext cx="2088234" cy="2084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72564" y="2835649"/>
            <a:ext cx="2088234" cy="2084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888049" y="1695372"/>
            <a:ext cx="2457879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要求</a:t>
            </a:r>
            <a:endParaRPr lang="en-US" altLang="zh-CN" sz="2000" b="1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关键词添加</a:t>
            </a:r>
            <a:endParaRPr lang="en-US" altLang="zh-CN" sz="2000" b="1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568047" y="1683762"/>
            <a:ext cx="2457879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要求</a:t>
            </a:r>
            <a:endParaRPr lang="zh-CN" sz="2000" b="1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关键词添加</a:t>
            </a:r>
            <a:endParaRPr lang="en-US" altLang="zh-CN" sz="2000" b="1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53144" y="1677700"/>
            <a:ext cx="2457879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要求</a:t>
            </a:r>
            <a:endParaRPr lang="en-US" altLang="zh-CN" sz="2000" b="1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关键词添加</a:t>
            </a:r>
            <a:endParaRPr lang="en-US" altLang="zh-CN" sz="2000" b="1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26094" y="3348990"/>
            <a:ext cx="2504297" cy="1751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项目背景</a:t>
            </a:r>
            <a:r>
              <a:rPr lang="zh-CN" altLang="en-US" sz="32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与立项依据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6" name="文本框 5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研究意义与应用前景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625012" y="1214089"/>
            <a:ext cx="3978981" cy="398780"/>
            <a:chOff x="625012" y="937864"/>
            <a:chExt cx="3978981" cy="398780"/>
          </a:xfrm>
        </p:grpSpPr>
        <p:grpSp>
          <p:nvGrpSpPr>
            <p:cNvPr id="20" name="组合 19"/>
            <p:cNvGrpSpPr/>
            <p:nvPr/>
          </p:nvGrpSpPr>
          <p:grpSpPr>
            <a:xfrm>
              <a:off x="625012" y="997972"/>
              <a:ext cx="259575" cy="259575"/>
              <a:chOff x="609772" y="901022"/>
              <a:chExt cx="259575" cy="259575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619125" y="921273"/>
                <a:ext cx="226867" cy="219075"/>
                <a:chOff x="619125" y="921273"/>
                <a:chExt cx="226867" cy="219075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639507" y="927568"/>
                  <a:ext cx="206485" cy="206485"/>
                </a:xfrm>
                <a:prstGeom prst="ellipse">
                  <a:avLst/>
                </a:prstGeom>
                <a:solidFill>
                  <a:srgbClr val="A212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箭头: V 形 16"/>
                <p:cNvSpPr/>
                <p:nvPr/>
              </p:nvSpPr>
              <p:spPr>
                <a:xfrm>
                  <a:off x="619125" y="921273"/>
                  <a:ext cx="169545" cy="219075"/>
                </a:xfrm>
                <a:prstGeom prst="chevron">
                  <a:avLst>
                    <a:gd name="adj" fmla="val 6685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2" name="椭圆 21"/>
              <p:cNvSpPr/>
              <p:nvPr/>
            </p:nvSpPr>
            <p:spPr>
              <a:xfrm>
                <a:off x="609772" y="901022"/>
                <a:ext cx="259575" cy="259575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4" name="文本框 23"/>
            <p:cNvSpPr txBox="1"/>
            <p:nvPr/>
          </p:nvSpPr>
          <p:spPr>
            <a:xfrm>
              <a:off x="933466" y="937864"/>
              <a:ext cx="3670527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A21212"/>
                  </a:solidFill>
                  <a:cs typeface="+mn-ea"/>
                  <a:sym typeface="+mn-lt"/>
                </a:rPr>
                <a:t>研究意义</a:t>
              </a:r>
              <a:endParaRPr lang="zh-CN" altLang="en-US" sz="2000" dirty="0">
                <a:solidFill>
                  <a:srgbClr val="A2121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189376" y="1961592"/>
            <a:ext cx="788655" cy="788655"/>
            <a:chOff x="7381177" y="2137927"/>
            <a:chExt cx="2756950" cy="2756950"/>
          </a:xfrm>
        </p:grpSpPr>
        <p:sp>
          <p:nvSpPr>
            <p:cNvPr id="26" name="椭圆 25"/>
            <p:cNvSpPr/>
            <p:nvPr/>
          </p:nvSpPr>
          <p:spPr>
            <a:xfrm>
              <a:off x="7381177" y="2137927"/>
              <a:ext cx="2756950" cy="2756950"/>
            </a:xfrm>
            <a:prstGeom prst="ellipse">
              <a:avLst/>
            </a:prstGeom>
            <a:solidFill>
              <a:srgbClr val="A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71" name="Group 21"/>
            <p:cNvGrpSpPr/>
            <p:nvPr/>
          </p:nvGrpSpPr>
          <p:grpSpPr>
            <a:xfrm>
              <a:off x="7803026" y="2833102"/>
              <a:ext cx="1913251" cy="1485668"/>
              <a:chOff x="3188335" y="2400396"/>
              <a:chExt cx="479426" cy="393701"/>
            </a:xfrm>
            <a:solidFill>
              <a:schemeClr val="bg1"/>
            </a:solidFill>
            <a:effectLst/>
          </p:grpSpPr>
          <p:sp>
            <p:nvSpPr>
              <p:cNvPr id="72" name="Freeform 47"/>
              <p:cNvSpPr/>
              <p:nvPr/>
            </p:nvSpPr>
            <p:spPr bwMode="auto">
              <a:xfrm>
                <a:off x="3221673" y="2424209"/>
                <a:ext cx="374650" cy="369888"/>
              </a:xfrm>
              <a:custGeom>
                <a:avLst/>
                <a:gdLst>
                  <a:gd name="T0" fmla="*/ 0 w 152"/>
                  <a:gd name="T1" fmla="*/ 55 h 149"/>
                  <a:gd name="T2" fmla="*/ 46 w 152"/>
                  <a:gd name="T3" fmla="*/ 59 h 149"/>
                  <a:gd name="T4" fmla="*/ 46 w 152"/>
                  <a:gd name="T5" fmla="*/ 60 h 149"/>
                  <a:gd name="T6" fmla="*/ 55 w 152"/>
                  <a:gd name="T7" fmla="*/ 74 h 149"/>
                  <a:gd name="T8" fmla="*/ 20 w 152"/>
                  <a:gd name="T9" fmla="*/ 138 h 149"/>
                  <a:gd name="T10" fmla="*/ 19 w 152"/>
                  <a:gd name="T11" fmla="*/ 138 h 149"/>
                  <a:gd name="T12" fmla="*/ 14 w 152"/>
                  <a:gd name="T13" fmla="*/ 143 h 149"/>
                  <a:gd name="T14" fmla="*/ 19 w 152"/>
                  <a:gd name="T15" fmla="*/ 149 h 149"/>
                  <a:gd name="T16" fmla="*/ 29 w 152"/>
                  <a:gd name="T17" fmla="*/ 149 h 149"/>
                  <a:gd name="T18" fmla="*/ 35 w 152"/>
                  <a:gd name="T19" fmla="*/ 143 h 149"/>
                  <a:gd name="T20" fmla="*/ 30 w 152"/>
                  <a:gd name="T21" fmla="*/ 138 h 149"/>
                  <a:gd name="T22" fmla="*/ 67 w 152"/>
                  <a:gd name="T23" fmla="*/ 75 h 149"/>
                  <a:gd name="T24" fmla="*/ 68 w 152"/>
                  <a:gd name="T25" fmla="*/ 75 h 149"/>
                  <a:gd name="T26" fmla="*/ 97 w 152"/>
                  <a:gd name="T27" fmla="*/ 139 h 149"/>
                  <a:gd name="T28" fmla="*/ 93 w 152"/>
                  <a:gd name="T29" fmla="*/ 144 h 149"/>
                  <a:gd name="T30" fmla="*/ 99 w 152"/>
                  <a:gd name="T31" fmla="*/ 149 h 149"/>
                  <a:gd name="T32" fmla="*/ 109 w 152"/>
                  <a:gd name="T33" fmla="*/ 149 h 149"/>
                  <a:gd name="T34" fmla="*/ 115 w 152"/>
                  <a:gd name="T35" fmla="*/ 144 h 149"/>
                  <a:gd name="T36" fmla="*/ 110 w 152"/>
                  <a:gd name="T37" fmla="*/ 138 h 149"/>
                  <a:gd name="T38" fmla="*/ 79 w 152"/>
                  <a:gd name="T39" fmla="*/ 73 h 149"/>
                  <a:gd name="T40" fmla="*/ 86 w 152"/>
                  <a:gd name="T41" fmla="*/ 63 h 149"/>
                  <a:gd name="T42" fmla="*/ 152 w 152"/>
                  <a:gd name="T43" fmla="*/ 69 h 149"/>
                  <a:gd name="T44" fmla="*/ 152 w 152"/>
                  <a:gd name="T45" fmla="*/ 0 h 149"/>
                  <a:gd name="T46" fmla="*/ 0 w 152"/>
                  <a:gd name="T47" fmla="*/ 26 h 149"/>
                  <a:gd name="T48" fmla="*/ 0 w 152"/>
                  <a:gd name="T49" fmla="*/ 5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52" h="149">
                    <a:moveTo>
                      <a:pt x="0" y="55"/>
                    </a:moveTo>
                    <a:cubicBezTo>
                      <a:pt x="46" y="59"/>
                      <a:pt x="46" y="59"/>
                      <a:pt x="46" y="59"/>
                    </a:cubicBezTo>
                    <a:cubicBezTo>
                      <a:pt x="46" y="60"/>
                      <a:pt x="46" y="60"/>
                      <a:pt x="46" y="60"/>
                    </a:cubicBezTo>
                    <a:cubicBezTo>
                      <a:pt x="46" y="66"/>
                      <a:pt x="50" y="72"/>
                      <a:pt x="55" y="74"/>
                    </a:cubicBezTo>
                    <a:cubicBezTo>
                      <a:pt x="41" y="100"/>
                      <a:pt x="24" y="129"/>
                      <a:pt x="20" y="138"/>
                    </a:cubicBezTo>
                    <a:cubicBezTo>
                      <a:pt x="19" y="138"/>
                      <a:pt x="19" y="138"/>
                      <a:pt x="19" y="138"/>
                    </a:cubicBezTo>
                    <a:cubicBezTo>
                      <a:pt x="16" y="138"/>
                      <a:pt x="14" y="140"/>
                      <a:pt x="14" y="143"/>
                    </a:cubicBezTo>
                    <a:cubicBezTo>
                      <a:pt x="14" y="146"/>
                      <a:pt x="16" y="149"/>
                      <a:pt x="19" y="149"/>
                    </a:cubicBezTo>
                    <a:cubicBezTo>
                      <a:pt x="29" y="149"/>
                      <a:pt x="29" y="149"/>
                      <a:pt x="29" y="149"/>
                    </a:cubicBezTo>
                    <a:cubicBezTo>
                      <a:pt x="32" y="149"/>
                      <a:pt x="35" y="146"/>
                      <a:pt x="35" y="143"/>
                    </a:cubicBezTo>
                    <a:cubicBezTo>
                      <a:pt x="35" y="141"/>
                      <a:pt x="33" y="139"/>
                      <a:pt x="30" y="138"/>
                    </a:cubicBezTo>
                    <a:cubicBezTo>
                      <a:pt x="67" y="75"/>
                      <a:pt x="67" y="75"/>
                      <a:pt x="67" y="75"/>
                    </a:cubicBezTo>
                    <a:cubicBezTo>
                      <a:pt x="68" y="75"/>
                      <a:pt x="68" y="75"/>
                      <a:pt x="68" y="75"/>
                    </a:cubicBezTo>
                    <a:cubicBezTo>
                      <a:pt x="97" y="139"/>
                      <a:pt x="97" y="139"/>
                      <a:pt x="97" y="139"/>
                    </a:cubicBezTo>
                    <a:cubicBezTo>
                      <a:pt x="95" y="140"/>
                      <a:pt x="93" y="141"/>
                      <a:pt x="93" y="144"/>
                    </a:cubicBezTo>
                    <a:cubicBezTo>
                      <a:pt x="93" y="146"/>
                      <a:pt x="96" y="149"/>
                      <a:pt x="99" y="149"/>
                    </a:cubicBezTo>
                    <a:cubicBezTo>
                      <a:pt x="109" y="149"/>
                      <a:pt x="109" y="149"/>
                      <a:pt x="109" y="149"/>
                    </a:cubicBezTo>
                    <a:cubicBezTo>
                      <a:pt x="112" y="149"/>
                      <a:pt x="115" y="146"/>
                      <a:pt x="115" y="144"/>
                    </a:cubicBezTo>
                    <a:cubicBezTo>
                      <a:pt x="115" y="141"/>
                      <a:pt x="113" y="139"/>
                      <a:pt x="110" y="138"/>
                    </a:cubicBezTo>
                    <a:cubicBezTo>
                      <a:pt x="79" y="73"/>
                      <a:pt x="79" y="73"/>
                      <a:pt x="79" y="73"/>
                    </a:cubicBezTo>
                    <a:cubicBezTo>
                      <a:pt x="82" y="71"/>
                      <a:pt x="85" y="67"/>
                      <a:pt x="86" y="63"/>
                    </a:cubicBezTo>
                    <a:cubicBezTo>
                      <a:pt x="152" y="69"/>
                      <a:pt x="152" y="69"/>
                      <a:pt x="152" y="69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0" y="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73" name="Freeform 48"/>
              <p:cNvSpPr/>
              <p:nvPr/>
            </p:nvSpPr>
            <p:spPr bwMode="auto">
              <a:xfrm>
                <a:off x="3609023" y="2400396"/>
                <a:ext cx="58738" cy="219075"/>
              </a:xfrm>
              <a:custGeom>
                <a:avLst/>
                <a:gdLst>
                  <a:gd name="T0" fmla="*/ 12 w 24"/>
                  <a:gd name="T1" fmla="*/ 0 h 89"/>
                  <a:gd name="T2" fmla="*/ 0 w 24"/>
                  <a:gd name="T3" fmla="*/ 12 h 89"/>
                  <a:gd name="T4" fmla="*/ 0 w 24"/>
                  <a:gd name="T5" fmla="*/ 77 h 89"/>
                  <a:gd name="T6" fmla="*/ 12 w 24"/>
                  <a:gd name="T7" fmla="*/ 89 h 89"/>
                  <a:gd name="T8" fmla="*/ 24 w 24"/>
                  <a:gd name="T9" fmla="*/ 77 h 89"/>
                  <a:gd name="T10" fmla="*/ 24 w 24"/>
                  <a:gd name="T11" fmla="*/ 12 h 89"/>
                  <a:gd name="T12" fmla="*/ 12 w 24"/>
                  <a:gd name="T13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89">
                    <a:moveTo>
                      <a:pt x="12" y="0"/>
                    </a:moveTo>
                    <a:cubicBezTo>
                      <a:pt x="6" y="0"/>
                      <a:pt x="0" y="6"/>
                      <a:pt x="0" y="12"/>
                    </a:cubicBezTo>
                    <a:cubicBezTo>
                      <a:pt x="0" y="77"/>
                      <a:pt x="0" y="77"/>
                      <a:pt x="0" y="77"/>
                    </a:cubicBezTo>
                    <a:cubicBezTo>
                      <a:pt x="0" y="84"/>
                      <a:pt x="6" y="89"/>
                      <a:pt x="12" y="89"/>
                    </a:cubicBezTo>
                    <a:cubicBezTo>
                      <a:pt x="19" y="89"/>
                      <a:pt x="24" y="84"/>
                      <a:pt x="24" y="77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6"/>
                      <a:pt x="19" y="0"/>
                      <a:pt x="1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" name="Freeform 49"/>
              <p:cNvSpPr/>
              <p:nvPr/>
            </p:nvSpPr>
            <p:spPr bwMode="auto">
              <a:xfrm>
                <a:off x="3188335" y="2486121"/>
                <a:ext cx="20638" cy="79375"/>
              </a:xfrm>
              <a:custGeom>
                <a:avLst/>
                <a:gdLst>
                  <a:gd name="T0" fmla="*/ 4 w 8"/>
                  <a:gd name="T1" fmla="*/ 0 h 32"/>
                  <a:gd name="T2" fmla="*/ 0 w 8"/>
                  <a:gd name="T3" fmla="*/ 4 h 32"/>
                  <a:gd name="T4" fmla="*/ 0 w 8"/>
                  <a:gd name="T5" fmla="*/ 28 h 32"/>
                  <a:gd name="T6" fmla="*/ 4 w 8"/>
                  <a:gd name="T7" fmla="*/ 32 h 32"/>
                  <a:gd name="T8" fmla="*/ 8 w 8"/>
                  <a:gd name="T9" fmla="*/ 28 h 32"/>
                  <a:gd name="T10" fmla="*/ 8 w 8"/>
                  <a:gd name="T11" fmla="*/ 4 h 32"/>
                  <a:gd name="T12" fmla="*/ 4 w 8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32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7" y="32"/>
                      <a:pt x="8" y="30"/>
                      <a:pt x="8" y="28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7" y="0"/>
                      <a:pt x="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6317080" y="1133612"/>
            <a:ext cx="3978981" cy="400110"/>
            <a:chOff x="625012" y="937864"/>
            <a:chExt cx="3978981" cy="400110"/>
          </a:xfrm>
        </p:grpSpPr>
        <p:grpSp>
          <p:nvGrpSpPr>
            <p:cNvPr id="76" name="组合 75"/>
            <p:cNvGrpSpPr/>
            <p:nvPr/>
          </p:nvGrpSpPr>
          <p:grpSpPr>
            <a:xfrm>
              <a:off x="625012" y="997972"/>
              <a:ext cx="259575" cy="259575"/>
              <a:chOff x="609772" y="901022"/>
              <a:chExt cx="259575" cy="259575"/>
            </a:xfrm>
          </p:grpSpPr>
          <p:grpSp>
            <p:nvGrpSpPr>
              <p:cNvPr id="78" name="组合 77"/>
              <p:cNvGrpSpPr/>
              <p:nvPr/>
            </p:nvGrpSpPr>
            <p:grpSpPr>
              <a:xfrm>
                <a:off x="619125" y="921273"/>
                <a:ext cx="226867" cy="219075"/>
                <a:chOff x="619125" y="921273"/>
                <a:chExt cx="226867" cy="219075"/>
              </a:xfrm>
            </p:grpSpPr>
            <p:sp>
              <p:nvSpPr>
                <p:cNvPr id="81" name="椭圆 80"/>
                <p:cNvSpPr/>
                <p:nvPr/>
              </p:nvSpPr>
              <p:spPr>
                <a:xfrm>
                  <a:off x="639507" y="927568"/>
                  <a:ext cx="206485" cy="206485"/>
                </a:xfrm>
                <a:prstGeom prst="ellipse">
                  <a:avLst/>
                </a:prstGeom>
                <a:solidFill>
                  <a:srgbClr val="A2121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箭头: V 形 81"/>
                <p:cNvSpPr/>
                <p:nvPr/>
              </p:nvSpPr>
              <p:spPr>
                <a:xfrm>
                  <a:off x="619125" y="921273"/>
                  <a:ext cx="169545" cy="219075"/>
                </a:xfrm>
                <a:prstGeom prst="chevron">
                  <a:avLst>
                    <a:gd name="adj" fmla="val 66853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0" name="椭圆 79"/>
              <p:cNvSpPr/>
              <p:nvPr/>
            </p:nvSpPr>
            <p:spPr>
              <a:xfrm>
                <a:off x="609772" y="901022"/>
                <a:ext cx="259575" cy="259575"/>
              </a:xfrm>
              <a:prstGeom prst="ellips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7" name="文本框 76"/>
            <p:cNvSpPr txBox="1"/>
            <p:nvPr/>
          </p:nvSpPr>
          <p:spPr>
            <a:xfrm>
              <a:off x="933466" y="937864"/>
              <a:ext cx="36705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A21212"/>
                  </a:solidFill>
                  <a:cs typeface="+mn-ea"/>
                  <a:sym typeface="+mn-lt"/>
                </a:rPr>
                <a:t>应用前景</a:t>
              </a:r>
              <a:endParaRPr lang="zh-CN" altLang="en-US" sz="2000" dirty="0">
                <a:solidFill>
                  <a:srgbClr val="A2121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34365" y="2089557"/>
            <a:ext cx="788654" cy="4106804"/>
            <a:chOff x="634365" y="1813332"/>
            <a:chExt cx="788654" cy="3702174"/>
          </a:xfrm>
        </p:grpSpPr>
        <p:sp>
          <p:nvSpPr>
            <p:cNvPr id="30" name="箭头: 五边形 1"/>
            <p:cNvSpPr/>
            <p:nvPr/>
          </p:nvSpPr>
          <p:spPr>
            <a:xfrm rot="5400000">
              <a:off x="391343" y="2056354"/>
              <a:ext cx="1274698" cy="788654"/>
            </a:xfrm>
            <a:prstGeom prst="homePlate">
              <a:avLst>
                <a:gd name="adj" fmla="val 17720"/>
              </a:avLst>
            </a:prstGeom>
            <a:solidFill>
              <a:srgbClr val="A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3" name="箭头: V 形 82"/>
            <p:cNvSpPr/>
            <p:nvPr/>
          </p:nvSpPr>
          <p:spPr>
            <a:xfrm rot="5400000">
              <a:off x="391343" y="3270092"/>
              <a:ext cx="1274698" cy="788654"/>
            </a:xfrm>
            <a:prstGeom prst="chevron">
              <a:avLst>
                <a:gd name="adj" fmla="val 17149"/>
              </a:avLst>
            </a:prstGeom>
            <a:solidFill>
              <a:srgbClr val="A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箭头: V 形 83"/>
            <p:cNvSpPr/>
            <p:nvPr/>
          </p:nvSpPr>
          <p:spPr>
            <a:xfrm rot="5400000">
              <a:off x="391343" y="4483830"/>
              <a:ext cx="1274698" cy="788654"/>
            </a:xfrm>
            <a:prstGeom prst="chevron">
              <a:avLst>
                <a:gd name="adj" fmla="val 17149"/>
              </a:avLst>
            </a:prstGeom>
            <a:solidFill>
              <a:srgbClr val="A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44" name="Group 15"/>
          <p:cNvGrpSpPr/>
          <p:nvPr/>
        </p:nvGrpSpPr>
        <p:grpSpPr>
          <a:xfrm>
            <a:off x="854027" y="2750247"/>
            <a:ext cx="349329" cy="301040"/>
            <a:chOff x="8205788" y="-103188"/>
            <a:chExt cx="1343025" cy="1223964"/>
          </a:xfrm>
          <a:solidFill>
            <a:schemeClr val="bg1"/>
          </a:solidFill>
        </p:grpSpPr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8288338" y="868363"/>
              <a:ext cx="2524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49" name="Rectangle 13"/>
            <p:cNvSpPr>
              <a:spLocks noChangeArrowheads="1"/>
            </p:cNvSpPr>
            <p:nvPr/>
          </p:nvSpPr>
          <p:spPr bwMode="auto">
            <a:xfrm>
              <a:off x="8624888" y="698500"/>
              <a:ext cx="252413" cy="422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50" name="Rectangle 14"/>
            <p:cNvSpPr>
              <a:spLocks noChangeArrowheads="1"/>
            </p:cNvSpPr>
            <p:nvPr/>
          </p:nvSpPr>
          <p:spPr bwMode="auto">
            <a:xfrm>
              <a:off x="8961438" y="530225"/>
              <a:ext cx="252413" cy="5905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9297988" y="361950"/>
              <a:ext cx="250825" cy="758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32" name="Freeform 16"/>
            <p:cNvSpPr/>
            <p:nvPr/>
          </p:nvSpPr>
          <p:spPr bwMode="auto">
            <a:xfrm>
              <a:off x="8205788" y="-103188"/>
              <a:ext cx="1343025" cy="801688"/>
            </a:xfrm>
            <a:custGeom>
              <a:avLst/>
              <a:gdLst>
                <a:gd name="T0" fmla="*/ 727 w 846"/>
                <a:gd name="T1" fmla="*/ 120 h 505"/>
                <a:gd name="T2" fmla="*/ 569 w 846"/>
                <a:gd name="T3" fmla="*/ 120 h 505"/>
                <a:gd name="T4" fmla="*/ 370 w 846"/>
                <a:gd name="T5" fmla="*/ 266 h 505"/>
                <a:gd name="T6" fmla="*/ 264 w 846"/>
                <a:gd name="T7" fmla="*/ 213 h 505"/>
                <a:gd name="T8" fmla="*/ 0 w 846"/>
                <a:gd name="T9" fmla="*/ 439 h 505"/>
                <a:gd name="T10" fmla="*/ 0 w 846"/>
                <a:gd name="T11" fmla="*/ 505 h 505"/>
                <a:gd name="T12" fmla="*/ 264 w 846"/>
                <a:gd name="T13" fmla="*/ 279 h 505"/>
                <a:gd name="T14" fmla="*/ 370 w 846"/>
                <a:gd name="T15" fmla="*/ 333 h 505"/>
                <a:gd name="T16" fmla="*/ 595 w 846"/>
                <a:gd name="T17" fmla="*/ 173 h 505"/>
                <a:gd name="T18" fmla="*/ 754 w 846"/>
                <a:gd name="T19" fmla="*/ 173 h 505"/>
                <a:gd name="T20" fmla="*/ 846 w 846"/>
                <a:gd name="T21" fmla="*/ 80 h 505"/>
                <a:gd name="T22" fmla="*/ 846 w 846"/>
                <a:gd name="T23" fmla="*/ 0 h 505"/>
                <a:gd name="T24" fmla="*/ 727 w 846"/>
                <a:gd name="T25" fmla="*/ 12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6" h="505">
                  <a:moveTo>
                    <a:pt x="727" y="120"/>
                  </a:moveTo>
                  <a:lnTo>
                    <a:pt x="569" y="120"/>
                  </a:lnTo>
                  <a:lnTo>
                    <a:pt x="370" y="266"/>
                  </a:lnTo>
                  <a:lnTo>
                    <a:pt x="264" y="213"/>
                  </a:lnTo>
                  <a:lnTo>
                    <a:pt x="0" y="439"/>
                  </a:lnTo>
                  <a:lnTo>
                    <a:pt x="0" y="505"/>
                  </a:lnTo>
                  <a:lnTo>
                    <a:pt x="264" y="279"/>
                  </a:lnTo>
                  <a:lnTo>
                    <a:pt x="370" y="333"/>
                  </a:lnTo>
                  <a:lnTo>
                    <a:pt x="595" y="173"/>
                  </a:lnTo>
                  <a:lnTo>
                    <a:pt x="754" y="173"/>
                  </a:lnTo>
                  <a:lnTo>
                    <a:pt x="846" y="80"/>
                  </a:lnTo>
                  <a:lnTo>
                    <a:pt x="846" y="0"/>
                  </a:lnTo>
                  <a:lnTo>
                    <a:pt x="727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75479" y="3978931"/>
            <a:ext cx="472886" cy="476019"/>
            <a:chOff x="834757" y="3713061"/>
            <a:chExt cx="372502" cy="374970"/>
          </a:xfrm>
          <a:solidFill>
            <a:schemeClr val="bg1"/>
          </a:solidFill>
        </p:grpSpPr>
        <p:sp>
          <p:nvSpPr>
            <p:cNvPr id="85" name="Freeform 227"/>
            <p:cNvSpPr>
              <a:spLocks noEditPoints="1"/>
            </p:cNvSpPr>
            <p:nvPr/>
          </p:nvSpPr>
          <p:spPr bwMode="auto">
            <a:xfrm>
              <a:off x="834757" y="3831472"/>
              <a:ext cx="256559" cy="256559"/>
            </a:xfrm>
            <a:custGeom>
              <a:avLst/>
              <a:gdLst>
                <a:gd name="T0" fmla="*/ 42 w 44"/>
                <a:gd name="T1" fmla="*/ 18 h 44"/>
                <a:gd name="T2" fmla="*/ 35 w 44"/>
                <a:gd name="T3" fmla="*/ 18 h 44"/>
                <a:gd name="T4" fmla="*/ 34 w 44"/>
                <a:gd name="T5" fmla="*/ 14 h 44"/>
                <a:gd name="T6" fmla="*/ 38 w 44"/>
                <a:gd name="T7" fmla="*/ 10 h 44"/>
                <a:gd name="T8" fmla="*/ 38 w 44"/>
                <a:gd name="T9" fmla="*/ 7 h 44"/>
                <a:gd name="T10" fmla="*/ 36 w 44"/>
                <a:gd name="T11" fmla="*/ 5 h 44"/>
                <a:gd name="T12" fmla="*/ 33 w 44"/>
                <a:gd name="T13" fmla="*/ 5 h 44"/>
                <a:gd name="T14" fmla="*/ 29 w 44"/>
                <a:gd name="T15" fmla="*/ 9 h 44"/>
                <a:gd name="T16" fmla="*/ 25 w 44"/>
                <a:gd name="T17" fmla="*/ 8 h 44"/>
                <a:gd name="T18" fmla="*/ 25 w 44"/>
                <a:gd name="T19" fmla="*/ 2 h 44"/>
                <a:gd name="T20" fmla="*/ 23 w 44"/>
                <a:gd name="T21" fmla="*/ 0 h 44"/>
                <a:gd name="T22" fmla="*/ 20 w 44"/>
                <a:gd name="T23" fmla="*/ 0 h 44"/>
                <a:gd name="T24" fmla="*/ 18 w 44"/>
                <a:gd name="T25" fmla="*/ 2 h 44"/>
                <a:gd name="T26" fmla="*/ 18 w 44"/>
                <a:gd name="T27" fmla="*/ 8 h 44"/>
                <a:gd name="T28" fmla="*/ 14 w 44"/>
                <a:gd name="T29" fmla="*/ 9 h 44"/>
                <a:gd name="T30" fmla="*/ 10 w 44"/>
                <a:gd name="T31" fmla="*/ 6 h 44"/>
                <a:gd name="T32" fmla="*/ 7 w 44"/>
                <a:gd name="T33" fmla="*/ 6 h 44"/>
                <a:gd name="T34" fmla="*/ 5 w 44"/>
                <a:gd name="T35" fmla="*/ 8 h 44"/>
                <a:gd name="T36" fmla="*/ 5 w 44"/>
                <a:gd name="T37" fmla="*/ 11 h 44"/>
                <a:gd name="T38" fmla="*/ 9 w 44"/>
                <a:gd name="T39" fmla="*/ 15 h 44"/>
                <a:gd name="T40" fmla="*/ 7 w 44"/>
                <a:gd name="T41" fmla="*/ 19 h 44"/>
                <a:gd name="T42" fmla="*/ 2 w 44"/>
                <a:gd name="T43" fmla="*/ 19 h 44"/>
                <a:gd name="T44" fmla="*/ 0 w 44"/>
                <a:gd name="T45" fmla="*/ 21 h 44"/>
                <a:gd name="T46" fmla="*/ 0 w 44"/>
                <a:gd name="T47" fmla="*/ 24 h 44"/>
                <a:gd name="T48" fmla="*/ 2 w 44"/>
                <a:gd name="T49" fmla="*/ 26 h 44"/>
                <a:gd name="T50" fmla="*/ 7 w 44"/>
                <a:gd name="T51" fmla="*/ 26 h 44"/>
                <a:gd name="T52" fmla="*/ 9 w 44"/>
                <a:gd name="T53" fmla="*/ 30 h 44"/>
                <a:gd name="T54" fmla="*/ 6 w 44"/>
                <a:gd name="T55" fmla="*/ 34 h 44"/>
                <a:gd name="T56" fmla="*/ 6 w 44"/>
                <a:gd name="T57" fmla="*/ 37 h 44"/>
                <a:gd name="T58" fmla="*/ 8 w 44"/>
                <a:gd name="T59" fmla="*/ 39 h 44"/>
                <a:gd name="T60" fmla="*/ 11 w 44"/>
                <a:gd name="T61" fmla="*/ 39 h 44"/>
                <a:gd name="T62" fmla="*/ 15 w 44"/>
                <a:gd name="T63" fmla="*/ 35 h 44"/>
                <a:gd name="T64" fmla="*/ 19 w 44"/>
                <a:gd name="T65" fmla="*/ 36 h 44"/>
                <a:gd name="T66" fmla="*/ 19 w 44"/>
                <a:gd name="T67" fmla="*/ 42 h 44"/>
                <a:gd name="T68" fmla="*/ 21 w 44"/>
                <a:gd name="T69" fmla="*/ 44 h 44"/>
                <a:gd name="T70" fmla="*/ 24 w 44"/>
                <a:gd name="T71" fmla="*/ 44 h 44"/>
                <a:gd name="T72" fmla="*/ 26 w 44"/>
                <a:gd name="T73" fmla="*/ 42 h 44"/>
                <a:gd name="T74" fmla="*/ 26 w 44"/>
                <a:gd name="T75" fmla="*/ 36 h 44"/>
                <a:gd name="T76" fmla="*/ 30 w 44"/>
                <a:gd name="T77" fmla="*/ 34 h 44"/>
                <a:gd name="T78" fmla="*/ 34 w 44"/>
                <a:gd name="T79" fmla="*/ 38 h 44"/>
                <a:gd name="T80" fmla="*/ 37 w 44"/>
                <a:gd name="T81" fmla="*/ 38 h 44"/>
                <a:gd name="T82" fmla="*/ 39 w 44"/>
                <a:gd name="T83" fmla="*/ 36 h 44"/>
                <a:gd name="T84" fmla="*/ 39 w 44"/>
                <a:gd name="T85" fmla="*/ 33 h 44"/>
                <a:gd name="T86" fmla="*/ 35 w 44"/>
                <a:gd name="T87" fmla="*/ 28 h 44"/>
                <a:gd name="T88" fmla="*/ 36 w 44"/>
                <a:gd name="T89" fmla="*/ 25 h 44"/>
                <a:gd name="T90" fmla="*/ 42 w 44"/>
                <a:gd name="T91" fmla="*/ 25 h 44"/>
                <a:gd name="T92" fmla="*/ 44 w 44"/>
                <a:gd name="T93" fmla="*/ 23 h 44"/>
                <a:gd name="T94" fmla="*/ 44 w 44"/>
                <a:gd name="T95" fmla="*/ 20 h 44"/>
                <a:gd name="T96" fmla="*/ 42 w 44"/>
                <a:gd name="T97" fmla="*/ 18 h 44"/>
                <a:gd name="T98" fmla="*/ 21 w 44"/>
                <a:gd name="T99" fmla="*/ 28 h 44"/>
                <a:gd name="T100" fmla="*/ 15 w 44"/>
                <a:gd name="T101" fmla="*/ 22 h 44"/>
                <a:gd name="T102" fmla="*/ 21 w 44"/>
                <a:gd name="T103" fmla="*/ 16 h 44"/>
                <a:gd name="T104" fmla="*/ 28 w 44"/>
                <a:gd name="T105" fmla="*/ 22 h 44"/>
                <a:gd name="T106" fmla="*/ 21 w 44"/>
                <a:gd name="T107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" h="44">
                  <a:moveTo>
                    <a:pt x="42" y="18"/>
                  </a:move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5"/>
                    <a:pt x="34" y="14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9"/>
                    <a:pt x="39" y="8"/>
                    <a:pt x="38" y="7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5" y="4"/>
                    <a:pt x="34" y="4"/>
                    <a:pt x="33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6" y="8"/>
                    <a:pt x="25" y="8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8" y="1"/>
                    <a:pt x="18" y="2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6" y="8"/>
                    <a:pt x="15" y="9"/>
                    <a:pt x="14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10"/>
                    <a:pt x="5" y="11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1" y="19"/>
                    <a:pt x="0" y="20"/>
                    <a:pt x="0" y="21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8" y="28"/>
                    <a:pt x="8" y="29"/>
                    <a:pt x="9" y="30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5"/>
                    <a:pt x="5" y="36"/>
                    <a:pt x="6" y="3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9" y="40"/>
                    <a:pt x="10" y="40"/>
                    <a:pt x="11" y="39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6" y="36"/>
                    <a:pt x="18" y="36"/>
                    <a:pt x="19" y="36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3"/>
                    <a:pt x="20" y="44"/>
                    <a:pt x="21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4"/>
                    <a:pt x="26" y="43"/>
                    <a:pt x="26" y="42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8" y="35"/>
                    <a:pt x="29" y="35"/>
                    <a:pt x="30" y="34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5" y="39"/>
                    <a:pt x="36" y="39"/>
                    <a:pt x="37" y="38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40" y="35"/>
                    <a:pt x="40" y="34"/>
                    <a:pt x="39" y="33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5" y="27"/>
                    <a:pt x="35" y="26"/>
                    <a:pt x="36" y="25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43" y="25"/>
                    <a:pt x="44" y="24"/>
                    <a:pt x="44" y="23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19"/>
                    <a:pt x="43" y="18"/>
                    <a:pt x="42" y="18"/>
                  </a:cubicBezTo>
                  <a:close/>
                  <a:moveTo>
                    <a:pt x="21" y="28"/>
                  </a:moveTo>
                  <a:cubicBezTo>
                    <a:pt x="18" y="28"/>
                    <a:pt x="15" y="25"/>
                    <a:pt x="15" y="22"/>
                  </a:cubicBezTo>
                  <a:cubicBezTo>
                    <a:pt x="15" y="19"/>
                    <a:pt x="18" y="16"/>
                    <a:pt x="21" y="16"/>
                  </a:cubicBezTo>
                  <a:cubicBezTo>
                    <a:pt x="25" y="16"/>
                    <a:pt x="28" y="19"/>
                    <a:pt x="28" y="22"/>
                  </a:cubicBezTo>
                  <a:cubicBezTo>
                    <a:pt x="28" y="25"/>
                    <a:pt x="25" y="28"/>
                    <a:pt x="2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86" name="Freeform 228"/>
            <p:cNvSpPr>
              <a:spLocks noEditPoints="1"/>
            </p:cNvSpPr>
            <p:nvPr/>
          </p:nvSpPr>
          <p:spPr bwMode="auto">
            <a:xfrm>
              <a:off x="1044443" y="3713061"/>
              <a:ext cx="162816" cy="162816"/>
            </a:xfrm>
            <a:custGeom>
              <a:avLst/>
              <a:gdLst>
                <a:gd name="T0" fmla="*/ 26 w 28"/>
                <a:gd name="T1" fmla="*/ 11 h 28"/>
                <a:gd name="T2" fmla="*/ 23 w 28"/>
                <a:gd name="T3" fmla="*/ 11 h 28"/>
                <a:gd name="T4" fmla="*/ 22 w 28"/>
                <a:gd name="T5" fmla="*/ 9 h 28"/>
                <a:gd name="T6" fmla="*/ 24 w 28"/>
                <a:gd name="T7" fmla="*/ 7 h 28"/>
                <a:gd name="T8" fmla="*/ 24 w 28"/>
                <a:gd name="T9" fmla="*/ 4 h 28"/>
                <a:gd name="T10" fmla="*/ 23 w 28"/>
                <a:gd name="T11" fmla="*/ 3 h 28"/>
                <a:gd name="T12" fmla="*/ 21 w 28"/>
                <a:gd name="T13" fmla="*/ 3 h 28"/>
                <a:gd name="T14" fmla="*/ 18 w 28"/>
                <a:gd name="T15" fmla="*/ 6 h 28"/>
                <a:gd name="T16" fmla="*/ 16 w 28"/>
                <a:gd name="T17" fmla="*/ 5 h 28"/>
                <a:gd name="T18" fmla="*/ 16 w 28"/>
                <a:gd name="T19" fmla="*/ 2 h 28"/>
                <a:gd name="T20" fmla="*/ 14 w 28"/>
                <a:gd name="T21" fmla="*/ 0 h 28"/>
                <a:gd name="T22" fmla="*/ 13 w 28"/>
                <a:gd name="T23" fmla="*/ 0 h 28"/>
                <a:gd name="T24" fmla="*/ 11 w 28"/>
                <a:gd name="T25" fmla="*/ 2 h 28"/>
                <a:gd name="T26" fmla="*/ 11 w 28"/>
                <a:gd name="T27" fmla="*/ 5 h 28"/>
                <a:gd name="T28" fmla="*/ 9 w 28"/>
                <a:gd name="T29" fmla="*/ 6 h 28"/>
                <a:gd name="T30" fmla="*/ 7 w 28"/>
                <a:gd name="T31" fmla="*/ 4 h 28"/>
                <a:gd name="T32" fmla="*/ 4 w 28"/>
                <a:gd name="T33" fmla="*/ 4 h 28"/>
                <a:gd name="T34" fmla="*/ 3 w 28"/>
                <a:gd name="T35" fmla="*/ 5 h 28"/>
                <a:gd name="T36" fmla="*/ 3 w 28"/>
                <a:gd name="T37" fmla="*/ 7 h 28"/>
                <a:gd name="T38" fmla="*/ 6 w 28"/>
                <a:gd name="T39" fmla="*/ 9 h 28"/>
                <a:gd name="T40" fmla="*/ 4 w 28"/>
                <a:gd name="T41" fmla="*/ 12 h 28"/>
                <a:gd name="T42" fmla="*/ 2 w 28"/>
                <a:gd name="T43" fmla="*/ 12 h 28"/>
                <a:gd name="T44" fmla="*/ 0 w 28"/>
                <a:gd name="T45" fmla="*/ 14 h 28"/>
                <a:gd name="T46" fmla="*/ 0 w 28"/>
                <a:gd name="T47" fmla="*/ 15 h 28"/>
                <a:gd name="T48" fmla="*/ 2 w 28"/>
                <a:gd name="T49" fmla="*/ 17 h 28"/>
                <a:gd name="T50" fmla="*/ 5 w 28"/>
                <a:gd name="T51" fmla="*/ 17 h 28"/>
                <a:gd name="T52" fmla="*/ 6 w 28"/>
                <a:gd name="T53" fmla="*/ 19 h 28"/>
                <a:gd name="T54" fmla="*/ 4 w 28"/>
                <a:gd name="T55" fmla="*/ 21 h 28"/>
                <a:gd name="T56" fmla="*/ 4 w 28"/>
                <a:gd name="T57" fmla="*/ 24 h 28"/>
                <a:gd name="T58" fmla="*/ 5 w 28"/>
                <a:gd name="T59" fmla="*/ 25 h 28"/>
                <a:gd name="T60" fmla="*/ 7 w 28"/>
                <a:gd name="T61" fmla="*/ 25 h 28"/>
                <a:gd name="T62" fmla="*/ 9 w 28"/>
                <a:gd name="T63" fmla="*/ 22 h 28"/>
                <a:gd name="T64" fmla="*/ 12 w 28"/>
                <a:gd name="T65" fmla="*/ 23 h 28"/>
                <a:gd name="T66" fmla="*/ 12 w 28"/>
                <a:gd name="T67" fmla="*/ 26 h 28"/>
                <a:gd name="T68" fmla="*/ 14 w 28"/>
                <a:gd name="T69" fmla="*/ 28 h 28"/>
                <a:gd name="T70" fmla="*/ 15 w 28"/>
                <a:gd name="T71" fmla="*/ 28 h 28"/>
                <a:gd name="T72" fmla="*/ 17 w 28"/>
                <a:gd name="T73" fmla="*/ 26 h 28"/>
                <a:gd name="T74" fmla="*/ 17 w 28"/>
                <a:gd name="T75" fmla="*/ 23 h 28"/>
                <a:gd name="T76" fmla="*/ 19 w 28"/>
                <a:gd name="T77" fmla="*/ 22 h 28"/>
                <a:gd name="T78" fmla="*/ 21 w 28"/>
                <a:gd name="T79" fmla="*/ 24 h 28"/>
                <a:gd name="T80" fmla="*/ 24 w 28"/>
                <a:gd name="T81" fmla="*/ 24 h 28"/>
                <a:gd name="T82" fmla="*/ 25 w 28"/>
                <a:gd name="T83" fmla="*/ 23 h 28"/>
                <a:gd name="T84" fmla="*/ 25 w 28"/>
                <a:gd name="T85" fmla="*/ 21 h 28"/>
                <a:gd name="T86" fmla="*/ 22 w 28"/>
                <a:gd name="T87" fmla="*/ 18 h 28"/>
                <a:gd name="T88" fmla="*/ 23 w 28"/>
                <a:gd name="T89" fmla="*/ 16 h 28"/>
                <a:gd name="T90" fmla="*/ 26 w 28"/>
                <a:gd name="T91" fmla="*/ 16 h 28"/>
                <a:gd name="T92" fmla="*/ 28 w 28"/>
                <a:gd name="T93" fmla="*/ 14 h 28"/>
                <a:gd name="T94" fmla="*/ 28 w 28"/>
                <a:gd name="T95" fmla="*/ 13 h 28"/>
                <a:gd name="T96" fmla="*/ 26 w 28"/>
                <a:gd name="T97" fmla="*/ 11 h 28"/>
                <a:gd name="T98" fmla="*/ 14 w 28"/>
                <a:gd name="T99" fmla="*/ 18 h 28"/>
                <a:gd name="T100" fmla="*/ 10 w 28"/>
                <a:gd name="T101" fmla="*/ 14 h 28"/>
                <a:gd name="T102" fmla="*/ 14 w 28"/>
                <a:gd name="T103" fmla="*/ 10 h 28"/>
                <a:gd name="T104" fmla="*/ 18 w 28"/>
                <a:gd name="T105" fmla="*/ 14 h 28"/>
                <a:gd name="T106" fmla="*/ 14 w 28"/>
                <a:gd name="T107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" h="28">
                  <a:moveTo>
                    <a:pt x="26" y="11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2" y="11"/>
                    <a:pt x="22" y="10"/>
                    <a:pt x="22" y="9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5" y="6"/>
                    <a:pt x="25" y="5"/>
                    <a:pt x="24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1" y="3"/>
                    <a:pt x="21" y="3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18" y="5"/>
                    <a:pt x="17" y="5"/>
                    <a:pt x="16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5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0" y="5"/>
                    <a:pt x="10" y="6"/>
                    <a:pt x="9" y="6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3"/>
                    <a:pt x="5" y="3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10"/>
                    <a:pt x="5" y="11"/>
                    <a:pt x="4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9"/>
                    <a:pt x="6" y="19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3" y="22"/>
                    <a:pt x="3" y="23"/>
                    <a:pt x="4" y="24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6" y="25"/>
                    <a:pt x="7" y="25"/>
                    <a:pt x="7" y="25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0" y="23"/>
                    <a:pt x="11" y="23"/>
                    <a:pt x="12" y="23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2" y="27"/>
                    <a:pt x="13" y="28"/>
                    <a:pt x="14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7" y="27"/>
                    <a:pt x="17" y="26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5"/>
                    <a:pt x="23" y="25"/>
                    <a:pt x="24" y="24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2"/>
                    <a:pt x="25" y="21"/>
                    <a:pt x="25" y="2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7"/>
                    <a:pt x="23" y="17"/>
                    <a:pt x="23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7" y="16"/>
                    <a:pt x="28" y="15"/>
                    <a:pt x="28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7" y="11"/>
                    <a:pt x="26" y="11"/>
                  </a:cubicBezTo>
                  <a:close/>
                  <a:moveTo>
                    <a:pt x="14" y="18"/>
                  </a:moveTo>
                  <a:cubicBezTo>
                    <a:pt x="11" y="18"/>
                    <a:pt x="10" y="16"/>
                    <a:pt x="10" y="14"/>
                  </a:cubicBezTo>
                  <a:cubicBezTo>
                    <a:pt x="10" y="12"/>
                    <a:pt x="11" y="10"/>
                    <a:pt x="14" y="10"/>
                  </a:cubicBezTo>
                  <a:cubicBezTo>
                    <a:pt x="16" y="10"/>
                    <a:pt x="18" y="12"/>
                    <a:pt x="18" y="14"/>
                  </a:cubicBezTo>
                  <a:cubicBezTo>
                    <a:pt x="18" y="16"/>
                    <a:pt x="16" y="18"/>
                    <a:pt x="14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</p:grpSp>
      <p:sp>
        <p:nvSpPr>
          <p:cNvPr id="87" name="Freeform 232"/>
          <p:cNvSpPr>
            <a:spLocks noEditPoints="1"/>
          </p:cNvSpPr>
          <p:nvPr/>
        </p:nvSpPr>
        <p:spPr bwMode="auto">
          <a:xfrm>
            <a:off x="838274" y="5269596"/>
            <a:ext cx="315179" cy="439514"/>
          </a:xfrm>
          <a:custGeom>
            <a:avLst/>
            <a:gdLst>
              <a:gd name="T0" fmla="*/ 43 w 46"/>
              <a:gd name="T1" fmla="*/ 6 h 64"/>
              <a:gd name="T2" fmla="*/ 46 w 46"/>
              <a:gd name="T3" fmla="*/ 6 h 64"/>
              <a:gd name="T4" fmla="*/ 46 w 46"/>
              <a:gd name="T5" fmla="*/ 0 h 64"/>
              <a:gd name="T6" fmla="*/ 0 w 46"/>
              <a:gd name="T7" fmla="*/ 0 h 64"/>
              <a:gd name="T8" fmla="*/ 0 w 46"/>
              <a:gd name="T9" fmla="*/ 6 h 64"/>
              <a:gd name="T10" fmla="*/ 4 w 46"/>
              <a:gd name="T11" fmla="*/ 6 h 64"/>
              <a:gd name="T12" fmla="*/ 17 w 46"/>
              <a:gd name="T13" fmla="*/ 29 h 64"/>
              <a:gd name="T14" fmla="*/ 17 w 46"/>
              <a:gd name="T15" fmla="*/ 36 h 64"/>
              <a:gd name="T16" fmla="*/ 4 w 46"/>
              <a:gd name="T17" fmla="*/ 58 h 64"/>
              <a:gd name="T18" fmla="*/ 0 w 46"/>
              <a:gd name="T19" fmla="*/ 58 h 64"/>
              <a:gd name="T20" fmla="*/ 0 w 46"/>
              <a:gd name="T21" fmla="*/ 64 h 64"/>
              <a:gd name="T22" fmla="*/ 46 w 46"/>
              <a:gd name="T23" fmla="*/ 64 h 64"/>
              <a:gd name="T24" fmla="*/ 46 w 46"/>
              <a:gd name="T25" fmla="*/ 58 h 64"/>
              <a:gd name="T26" fmla="*/ 43 w 46"/>
              <a:gd name="T27" fmla="*/ 58 h 64"/>
              <a:gd name="T28" fmla="*/ 30 w 46"/>
              <a:gd name="T29" fmla="*/ 36 h 64"/>
              <a:gd name="T30" fmla="*/ 30 w 46"/>
              <a:gd name="T31" fmla="*/ 29 h 64"/>
              <a:gd name="T32" fmla="*/ 43 w 46"/>
              <a:gd name="T33" fmla="*/ 6 h 64"/>
              <a:gd name="T34" fmla="*/ 28 w 46"/>
              <a:gd name="T35" fmla="*/ 38 h 64"/>
              <a:gd name="T36" fmla="*/ 40 w 46"/>
              <a:gd name="T37" fmla="*/ 58 h 64"/>
              <a:gd name="T38" fmla="*/ 37 w 46"/>
              <a:gd name="T39" fmla="*/ 58 h 64"/>
              <a:gd name="T40" fmla="*/ 31 w 46"/>
              <a:gd name="T41" fmla="*/ 51 h 64"/>
              <a:gd name="T42" fmla="*/ 24 w 46"/>
              <a:gd name="T43" fmla="*/ 43 h 64"/>
              <a:gd name="T44" fmla="*/ 17 w 46"/>
              <a:gd name="T45" fmla="*/ 51 h 64"/>
              <a:gd name="T46" fmla="*/ 11 w 46"/>
              <a:gd name="T47" fmla="*/ 58 h 64"/>
              <a:gd name="T48" fmla="*/ 7 w 46"/>
              <a:gd name="T49" fmla="*/ 58 h 64"/>
              <a:gd name="T50" fmla="*/ 19 w 46"/>
              <a:gd name="T51" fmla="*/ 38 h 64"/>
              <a:gd name="T52" fmla="*/ 20 w 46"/>
              <a:gd name="T53" fmla="*/ 38 h 64"/>
              <a:gd name="T54" fmla="*/ 20 w 46"/>
              <a:gd name="T55" fmla="*/ 26 h 64"/>
              <a:gd name="T56" fmla="*/ 19 w 46"/>
              <a:gd name="T57" fmla="*/ 26 h 64"/>
              <a:gd name="T58" fmla="*/ 7 w 46"/>
              <a:gd name="T59" fmla="*/ 6 h 64"/>
              <a:gd name="T60" fmla="*/ 40 w 46"/>
              <a:gd name="T61" fmla="*/ 6 h 64"/>
              <a:gd name="T62" fmla="*/ 28 w 46"/>
              <a:gd name="T63" fmla="*/ 26 h 64"/>
              <a:gd name="T64" fmla="*/ 27 w 46"/>
              <a:gd name="T65" fmla="*/ 26 h 64"/>
              <a:gd name="T66" fmla="*/ 27 w 46"/>
              <a:gd name="T67" fmla="*/ 38 h 64"/>
              <a:gd name="T68" fmla="*/ 28 w 46"/>
              <a:gd name="T69" fmla="*/ 3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6" h="64">
                <a:moveTo>
                  <a:pt x="43" y="6"/>
                </a:moveTo>
                <a:cubicBezTo>
                  <a:pt x="46" y="6"/>
                  <a:pt x="46" y="6"/>
                  <a:pt x="46" y="6"/>
                </a:cubicBezTo>
                <a:cubicBezTo>
                  <a:pt x="46" y="0"/>
                  <a:pt x="46" y="0"/>
                  <a:pt x="4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"/>
                  <a:pt x="0" y="6"/>
                  <a:pt x="0" y="6"/>
                </a:cubicBezTo>
                <a:cubicBezTo>
                  <a:pt x="4" y="6"/>
                  <a:pt x="4" y="6"/>
                  <a:pt x="4" y="6"/>
                </a:cubicBezTo>
                <a:cubicBezTo>
                  <a:pt x="5" y="18"/>
                  <a:pt x="9" y="26"/>
                  <a:pt x="17" y="29"/>
                </a:cubicBezTo>
                <a:cubicBezTo>
                  <a:pt x="17" y="36"/>
                  <a:pt x="17" y="36"/>
                  <a:pt x="17" y="36"/>
                </a:cubicBezTo>
                <a:cubicBezTo>
                  <a:pt x="9" y="38"/>
                  <a:pt x="5" y="46"/>
                  <a:pt x="4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4"/>
                  <a:pt x="0" y="64"/>
                  <a:pt x="0" y="64"/>
                </a:cubicBezTo>
                <a:cubicBezTo>
                  <a:pt x="46" y="64"/>
                  <a:pt x="46" y="64"/>
                  <a:pt x="46" y="64"/>
                </a:cubicBezTo>
                <a:cubicBezTo>
                  <a:pt x="46" y="58"/>
                  <a:pt x="46" y="58"/>
                  <a:pt x="46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2" y="46"/>
                  <a:pt x="38" y="38"/>
                  <a:pt x="30" y="36"/>
                </a:cubicBezTo>
                <a:cubicBezTo>
                  <a:pt x="30" y="29"/>
                  <a:pt x="30" y="29"/>
                  <a:pt x="30" y="29"/>
                </a:cubicBezTo>
                <a:cubicBezTo>
                  <a:pt x="38" y="26"/>
                  <a:pt x="42" y="18"/>
                  <a:pt x="43" y="6"/>
                </a:cubicBezTo>
                <a:close/>
                <a:moveTo>
                  <a:pt x="28" y="38"/>
                </a:moveTo>
                <a:cubicBezTo>
                  <a:pt x="37" y="40"/>
                  <a:pt x="39" y="49"/>
                  <a:pt x="40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1" y="51"/>
                  <a:pt x="31" y="51"/>
                  <a:pt x="31" y="51"/>
                </a:cubicBezTo>
                <a:cubicBezTo>
                  <a:pt x="24" y="43"/>
                  <a:pt x="24" y="43"/>
                  <a:pt x="24" y="43"/>
                </a:cubicBezTo>
                <a:cubicBezTo>
                  <a:pt x="17" y="51"/>
                  <a:pt x="17" y="51"/>
                  <a:pt x="17" y="51"/>
                </a:cubicBezTo>
                <a:cubicBezTo>
                  <a:pt x="11" y="58"/>
                  <a:pt x="11" y="58"/>
                  <a:pt x="11" y="58"/>
                </a:cubicBezTo>
                <a:cubicBezTo>
                  <a:pt x="7" y="58"/>
                  <a:pt x="7" y="58"/>
                  <a:pt x="7" y="58"/>
                </a:cubicBezTo>
                <a:cubicBezTo>
                  <a:pt x="8" y="49"/>
                  <a:pt x="10" y="40"/>
                  <a:pt x="19" y="38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19" y="26"/>
                  <a:pt x="19" y="26"/>
                  <a:pt x="19" y="26"/>
                </a:cubicBezTo>
                <a:cubicBezTo>
                  <a:pt x="10" y="24"/>
                  <a:pt x="8" y="15"/>
                  <a:pt x="7" y="6"/>
                </a:cubicBezTo>
                <a:cubicBezTo>
                  <a:pt x="40" y="6"/>
                  <a:pt x="40" y="6"/>
                  <a:pt x="40" y="6"/>
                </a:cubicBezTo>
                <a:cubicBezTo>
                  <a:pt x="39" y="15"/>
                  <a:pt x="37" y="24"/>
                  <a:pt x="28" y="26"/>
                </a:cubicBezTo>
                <a:cubicBezTo>
                  <a:pt x="27" y="26"/>
                  <a:pt x="27" y="26"/>
                  <a:pt x="27" y="26"/>
                </a:cubicBezTo>
                <a:cubicBezTo>
                  <a:pt x="27" y="38"/>
                  <a:pt x="27" y="38"/>
                  <a:pt x="27" y="38"/>
                </a:cubicBezTo>
                <a:lnTo>
                  <a:pt x="28" y="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1350"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560760" y="2214259"/>
            <a:ext cx="4202859" cy="1071976"/>
            <a:chOff x="1619568" y="1932481"/>
            <a:chExt cx="4202859" cy="1071976"/>
          </a:xfrm>
        </p:grpSpPr>
        <p:sp>
          <p:nvSpPr>
            <p:cNvPr id="88" name="矩形 87"/>
            <p:cNvSpPr/>
            <p:nvPr/>
          </p:nvSpPr>
          <p:spPr>
            <a:xfrm>
              <a:off x="1619568" y="1932481"/>
              <a:ext cx="4202859" cy="9895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A21212"/>
                  </a:solidFill>
                  <a:cs typeface="+mn-ea"/>
                  <a:sym typeface="+mn-lt"/>
                </a:rPr>
                <a:t>项目意义描述添加</a:t>
              </a:r>
              <a:endParaRPr lang="en-US" altLang="zh-CN" sz="1600" b="1" dirty="0">
                <a:solidFill>
                  <a:srgbClr val="A21212"/>
                </a:solidFill>
                <a:cs typeface="+mn-ea"/>
                <a:sym typeface="+mn-lt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学科门类针对不同基金的特点、要求适当变换，多渠道申请基金。充分展示申请人的工作基础及完成课题连续性。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1664153" y="3004457"/>
              <a:ext cx="4138506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/>
        </p:nvGrpSpPr>
        <p:grpSpPr>
          <a:xfrm>
            <a:off x="1560760" y="3551842"/>
            <a:ext cx="4202859" cy="1071976"/>
            <a:chOff x="1619568" y="1932481"/>
            <a:chExt cx="4202859" cy="1071976"/>
          </a:xfrm>
        </p:grpSpPr>
        <p:sp>
          <p:nvSpPr>
            <p:cNvPr id="90" name="矩形 89"/>
            <p:cNvSpPr/>
            <p:nvPr/>
          </p:nvSpPr>
          <p:spPr>
            <a:xfrm>
              <a:off x="1619568" y="1932481"/>
              <a:ext cx="4202859" cy="9895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A21212"/>
                  </a:solidFill>
                  <a:cs typeface="+mn-ea"/>
                  <a:sym typeface="+mn-lt"/>
                </a:rPr>
                <a:t>项目意义描述添加</a:t>
              </a:r>
              <a:endParaRPr lang="en-US" altLang="zh-CN" sz="1600" b="1" dirty="0">
                <a:solidFill>
                  <a:srgbClr val="A21212"/>
                </a:solidFill>
                <a:cs typeface="+mn-ea"/>
                <a:sym typeface="+mn-lt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学科门类针对不同基金的特点、要求适当变换，多渠道申请基金。充分展示申请人的工作基础及完成课题连续性。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cxnSp>
          <p:nvCxnSpPr>
            <p:cNvPr id="91" name="直接连接符 90"/>
            <p:cNvCxnSpPr/>
            <p:nvPr/>
          </p:nvCxnSpPr>
          <p:spPr>
            <a:xfrm>
              <a:off x="1664153" y="3004457"/>
              <a:ext cx="4138506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/>
          <p:cNvGrpSpPr/>
          <p:nvPr/>
        </p:nvGrpSpPr>
        <p:grpSpPr>
          <a:xfrm>
            <a:off x="1560760" y="4889425"/>
            <a:ext cx="4202859" cy="1071976"/>
            <a:chOff x="1619568" y="1932481"/>
            <a:chExt cx="4202859" cy="1071976"/>
          </a:xfrm>
        </p:grpSpPr>
        <p:sp>
          <p:nvSpPr>
            <p:cNvPr id="93" name="矩形 92"/>
            <p:cNvSpPr/>
            <p:nvPr/>
          </p:nvSpPr>
          <p:spPr>
            <a:xfrm>
              <a:off x="1619568" y="1932481"/>
              <a:ext cx="4202859" cy="9895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A21212"/>
                  </a:solidFill>
                  <a:cs typeface="+mn-ea"/>
                  <a:sym typeface="+mn-lt"/>
                </a:rPr>
                <a:t>项目意义描述添加</a:t>
              </a:r>
              <a:endParaRPr lang="en-US" altLang="zh-CN" sz="1600" b="1" dirty="0">
                <a:solidFill>
                  <a:srgbClr val="A21212"/>
                </a:solidFill>
                <a:cs typeface="+mn-ea"/>
                <a:sym typeface="+mn-lt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200" dirty="0">
                  <a:cs typeface="+mn-ea"/>
                  <a:sym typeface="+mn-lt"/>
                </a:rPr>
                <a:t>学科门类针对不同基金的特点、要求适当变换，多渠道申请基金。充分展示申请人的工作基础及完成课题连续性。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>
              <a:off x="1664153" y="3004457"/>
              <a:ext cx="4138506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直接连接符 35"/>
          <p:cNvCxnSpPr/>
          <p:nvPr/>
        </p:nvCxnSpPr>
        <p:spPr>
          <a:xfrm>
            <a:off x="6673661" y="2515828"/>
            <a:ext cx="0" cy="4235821"/>
          </a:xfrm>
          <a:prstGeom prst="line">
            <a:avLst/>
          </a:prstGeom>
          <a:ln w="12700">
            <a:solidFill>
              <a:srgbClr val="A2121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7210312" y="2957968"/>
            <a:ext cx="4347321" cy="989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rgbClr val="A21212"/>
                </a:solidFill>
                <a:cs typeface="+mn-ea"/>
                <a:sym typeface="+mn-lt"/>
              </a:rPr>
              <a:t>项目意义描述添加</a:t>
            </a:r>
            <a:endParaRPr lang="en-US" altLang="zh-CN" sz="1600" b="1" dirty="0">
              <a:solidFill>
                <a:srgbClr val="A21212"/>
              </a:solidFill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学科门类针对不同基金的特点、要求适当变换，多渠道申请基金。充分展示申请人的工作基础及完成课题连续性。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7210312" y="3978931"/>
            <a:ext cx="4347321" cy="989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rgbClr val="A21212"/>
                </a:solidFill>
                <a:cs typeface="+mn-ea"/>
                <a:sym typeface="+mn-lt"/>
              </a:rPr>
              <a:t>项目意义描述添加</a:t>
            </a:r>
            <a:endParaRPr lang="en-US" altLang="zh-CN" sz="1600" b="1" dirty="0">
              <a:solidFill>
                <a:srgbClr val="A21212"/>
              </a:solidFill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学科门类针对不同基金的特点、要求适当变换，多渠道申请基金。充分展示申请人的工作基础及完成课题连续性。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7210312" y="5048646"/>
            <a:ext cx="4347321" cy="989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dirty="0">
                <a:solidFill>
                  <a:srgbClr val="A21212"/>
                </a:solidFill>
                <a:cs typeface="+mn-ea"/>
                <a:sym typeface="+mn-lt"/>
              </a:rPr>
              <a:t>项目意义描述添加</a:t>
            </a:r>
            <a:endParaRPr lang="en-US" altLang="zh-CN" sz="1600" b="1" dirty="0">
              <a:solidFill>
                <a:srgbClr val="A21212"/>
              </a:solidFill>
              <a:cs typeface="+mn-ea"/>
              <a:sym typeface="+mn-lt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学科门类针对不同基金的特点、要求适当变换，多渠道申请基金。充分展示申请人的工作基础及完成课题连续性。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38" name="箭头: 五边形 37"/>
          <p:cNvSpPr/>
          <p:nvPr/>
        </p:nvSpPr>
        <p:spPr>
          <a:xfrm>
            <a:off x="6673661" y="3051287"/>
            <a:ext cx="473899" cy="272938"/>
          </a:xfrm>
          <a:prstGeom prst="homePlate">
            <a:avLst>
              <a:gd name="adj" fmla="val 22082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0" name="箭头: 五边形 99"/>
          <p:cNvSpPr/>
          <p:nvPr/>
        </p:nvSpPr>
        <p:spPr>
          <a:xfrm>
            <a:off x="6673660" y="4082277"/>
            <a:ext cx="473899" cy="272938"/>
          </a:xfrm>
          <a:prstGeom prst="homePlate">
            <a:avLst>
              <a:gd name="adj" fmla="val 22082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1" name="箭头: 五边形 100"/>
          <p:cNvSpPr/>
          <p:nvPr/>
        </p:nvSpPr>
        <p:spPr>
          <a:xfrm>
            <a:off x="6673659" y="5185971"/>
            <a:ext cx="473899" cy="272938"/>
          </a:xfrm>
          <a:prstGeom prst="homePlate">
            <a:avLst>
              <a:gd name="adj" fmla="val 22082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 flipH="1">
            <a:off x="6673660" y="2448942"/>
            <a:ext cx="473898" cy="0"/>
          </a:xfrm>
          <a:prstGeom prst="line">
            <a:avLst/>
          </a:prstGeom>
          <a:ln w="12700">
            <a:solidFill>
              <a:srgbClr val="A2121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6708669" y="2888504"/>
            <a:ext cx="37818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718869" y="3918989"/>
            <a:ext cx="37818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B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718869" y="5014334"/>
            <a:ext cx="378180" cy="510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C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环2"/>
          <p:cNvSpPr/>
          <p:nvPr>
            <p:custDataLst>
              <p:tags r:id="rId1"/>
            </p:custDataLst>
          </p:nvPr>
        </p:nvSpPr>
        <p:spPr>
          <a:xfrm>
            <a:off x="2085599" y="4617592"/>
            <a:ext cx="8020803" cy="1361271"/>
          </a:xfrm>
          <a:custGeom>
            <a:avLst/>
            <a:gdLst>
              <a:gd name="connsiteX0" fmla="*/ 6063732 w 6845299"/>
              <a:gd name="connsiteY0" fmla="*/ 247688 h 1361271"/>
              <a:gd name="connsiteX1" fmla="*/ 6845299 w 6845299"/>
              <a:gd name="connsiteY1" fmla="*/ 680635 h 1361271"/>
              <a:gd name="connsiteX2" fmla="*/ 3422649 w 6845299"/>
              <a:gd name="connsiteY2" fmla="*/ 1361271 h 1361271"/>
              <a:gd name="connsiteX3" fmla="*/ 0 w 6845299"/>
              <a:gd name="connsiteY3" fmla="*/ 680636 h 1361271"/>
              <a:gd name="connsiteX4" fmla="*/ 3422650 w 6845299"/>
              <a:gd name="connsiteY4" fmla="*/ 0 h 1361271"/>
              <a:gd name="connsiteX5" fmla="*/ 6063732 w 6845299"/>
              <a:gd name="connsiteY5" fmla="*/ 247688 h 1361271"/>
              <a:gd name="connsiteX6" fmla="*/ 5627629 w 6845299"/>
              <a:gd name="connsiteY6" fmla="*/ 261458 h 1361271"/>
              <a:gd name="connsiteX7" fmla="*/ 3435819 w 6845299"/>
              <a:gd name="connsiteY7" fmla="*/ 55904 h 1361271"/>
              <a:gd name="connsiteX8" fmla="*/ 595393 w 6845299"/>
              <a:gd name="connsiteY8" fmla="*/ 620756 h 1361271"/>
              <a:gd name="connsiteX9" fmla="*/ 3435819 w 6845299"/>
              <a:gd name="connsiteY9" fmla="*/ 1185609 h 1361271"/>
              <a:gd name="connsiteX10" fmla="*/ 6276245 w 6845299"/>
              <a:gd name="connsiteY10" fmla="*/ 620757 h 1361271"/>
              <a:gd name="connsiteX11" fmla="*/ 5627629 w 6845299"/>
              <a:gd name="connsiteY11" fmla="*/ 261458 h 1361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45299" h="1361271">
                <a:moveTo>
                  <a:pt x="6063732" y="247688"/>
                </a:moveTo>
                <a:cubicBezTo>
                  <a:pt x="6551994" y="365342"/>
                  <a:pt x="6845300" y="516177"/>
                  <a:pt x="6845299" y="680635"/>
                </a:cubicBezTo>
                <a:cubicBezTo>
                  <a:pt x="6845299" y="1056539"/>
                  <a:pt x="5312927" y="1361270"/>
                  <a:pt x="3422649" y="1361271"/>
                </a:cubicBezTo>
                <a:cubicBezTo>
                  <a:pt x="1532372" y="1361270"/>
                  <a:pt x="-1" y="1056539"/>
                  <a:pt x="0" y="680636"/>
                </a:cubicBezTo>
                <a:cubicBezTo>
                  <a:pt x="-1" y="304731"/>
                  <a:pt x="1532373" y="0"/>
                  <a:pt x="3422650" y="0"/>
                </a:cubicBezTo>
                <a:cubicBezTo>
                  <a:pt x="4485931" y="0"/>
                  <a:pt x="5435968" y="96419"/>
                  <a:pt x="6063732" y="247688"/>
                </a:cubicBezTo>
                <a:close/>
                <a:moveTo>
                  <a:pt x="5627629" y="261458"/>
                </a:moveTo>
                <a:cubicBezTo>
                  <a:pt x="5106654" y="135921"/>
                  <a:pt x="4318226" y="55904"/>
                  <a:pt x="3435819" y="55904"/>
                </a:cubicBezTo>
                <a:cubicBezTo>
                  <a:pt x="1867095" y="55904"/>
                  <a:pt x="595393" y="308797"/>
                  <a:pt x="595393" y="620756"/>
                </a:cubicBezTo>
                <a:cubicBezTo>
                  <a:pt x="595393" y="932716"/>
                  <a:pt x="1867095" y="1185608"/>
                  <a:pt x="3435819" y="1185609"/>
                </a:cubicBezTo>
                <a:cubicBezTo>
                  <a:pt x="5004543" y="1185608"/>
                  <a:pt x="6276245" y="932715"/>
                  <a:pt x="6276245" y="620757"/>
                </a:cubicBezTo>
                <a:cubicBezTo>
                  <a:pt x="6276244" y="484274"/>
                  <a:pt x="6032833" y="359098"/>
                  <a:pt x="5627629" y="26145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99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5" name="圆环1"/>
          <p:cNvSpPr/>
          <p:nvPr>
            <p:custDataLst>
              <p:tags r:id="rId2"/>
            </p:custDataLst>
          </p:nvPr>
        </p:nvSpPr>
        <p:spPr>
          <a:xfrm>
            <a:off x="1756178" y="4549012"/>
            <a:ext cx="8679644" cy="1528816"/>
          </a:xfrm>
          <a:prstGeom prst="ellipse">
            <a:avLst/>
          </a:prstGeom>
          <a:noFill/>
          <a:ln>
            <a:gradFill>
              <a:gsLst>
                <a:gs pos="20000">
                  <a:schemeClr val="accent2">
                    <a:lumMod val="20000"/>
                    <a:lumOff val="80000"/>
                  </a:schemeClr>
                </a:gs>
                <a:gs pos="100000">
                  <a:srgbClr val="99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solidFill>
                  <a:schemeClr val="lt1"/>
                </a:solidFill>
                <a:cs typeface="+mn-ea"/>
                <a:sym typeface="+mn-lt"/>
              </a:rPr>
              <a:t>YUANHUAN</a:t>
            </a:r>
            <a:endParaRPr lang="en-US" altLang="zh-CN">
              <a:solidFill>
                <a:schemeClr val="lt1"/>
              </a:solidFill>
              <a:cs typeface="+mn-ea"/>
              <a:sym typeface="+mn-lt"/>
            </a:endParaRPr>
          </a:p>
        </p:txBody>
      </p:sp>
      <p:pic>
        <p:nvPicPr>
          <p:cNvPr id="20" name="图形 19" descr="343439383331313b343532303033323bd3a6d3c3b9dcc0ed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4934" y="4387443"/>
            <a:ext cx="811128" cy="811128"/>
          </a:xfrm>
          <a:prstGeom prst="rect">
            <a:avLst/>
          </a:prstGeom>
          <a:effectLst>
            <a:outerShdw blurRad="215900" sx="102000" sy="102000" algn="ctr" rotWithShape="0">
              <a:schemeClr val="accent1">
                <a:alpha val="40000"/>
              </a:schemeClr>
            </a:outerShdw>
          </a:effectLst>
        </p:spPr>
      </p:pic>
      <p:sp>
        <p:nvSpPr>
          <p:cNvPr id="41" name="Freeform 11"/>
          <p:cNvSpPr/>
          <p:nvPr>
            <p:custDataLst>
              <p:tags r:id="rId6"/>
            </p:custDataLst>
          </p:nvPr>
        </p:nvSpPr>
        <p:spPr>
          <a:xfrm>
            <a:off x="8832215" y="3649980"/>
            <a:ext cx="1931035" cy="774700"/>
          </a:xfrm>
          <a:custGeom>
            <a:avLst/>
            <a:gdLst/>
            <a:ahLst/>
            <a:cxnLst/>
            <a:rect l="0" t="0" r="0" b="0"/>
            <a:pathLst>
              <a:path w="3943351" h="778002">
                <a:moveTo>
                  <a:pt x="3943350" y="0"/>
                </a:moveTo>
                <a:lnTo>
                  <a:pt x="3943350" y="688001"/>
                </a:lnTo>
                <a:cubicBezTo>
                  <a:pt x="3943350" y="737681"/>
                  <a:pt x="3903030" y="778001"/>
                  <a:pt x="3853350" y="778001"/>
                </a:cubicBezTo>
                <a:lnTo>
                  <a:pt x="0" y="778001"/>
                </a:lnTo>
              </a:path>
            </a:pathLst>
          </a:custGeom>
          <a:noFill/>
          <a:ln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5" name="Freeform 14"/>
          <p:cNvSpPr/>
          <p:nvPr>
            <p:custDataLst>
              <p:tags r:id="rId7"/>
            </p:custDataLst>
          </p:nvPr>
        </p:nvSpPr>
        <p:spPr>
          <a:xfrm>
            <a:off x="3312160" y="3636645"/>
            <a:ext cx="1939290" cy="789305"/>
          </a:xfrm>
          <a:custGeom>
            <a:avLst/>
            <a:gdLst>
              <a:gd name="connsiteX0" fmla="*/ 0 w 3221"/>
              <a:gd name="connsiteY0" fmla="*/ 0 h 1240"/>
              <a:gd name="connsiteX1" fmla="*/ 0 w 3221"/>
              <a:gd name="connsiteY1" fmla="*/ 1053 h 1240"/>
              <a:gd name="connsiteX2" fmla="*/ 123 w 3221"/>
              <a:gd name="connsiteY2" fmla="*/ 1223 h 1240"/>
              <a:gd name="connsiteX3" fmla="*/ 3221 w 3221"/>
              <a:gd name="connsiteY3" fmla="*/ 1240 h 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0" t="0" r="0" b="0"/>
            <a:pathLst>
              <a:path w="3221" h="1240">
                <a:moveTo>
                  <a:pt x="0" y="0"/>
                </a:moveTo>
                <a:lnTo>
                  <a:pt x="0" y="1053"/>
                </a:lnTo>
                <a:cubicBezTo>
                  <a:pt x="0" y="1147"/>
                  <a:pt x="55" y="1223"/>
                  <a:pt x="123" y="1223"/>
                </a:cubicBezTo>
                <a:lnTo>
                  <a:pt x="3221" y="1240"/>
                </a:ln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矩形 1"/>
          <p:cNvSpPr/>
          <p:nvPr>
            <p:custDataLst>
              <p:tags r:id="rId8"/>
            </p:custDataLst>
          </p:nvPr>
        </p:nvSpPr>
        <p:spPr>
          <a:xfrm>
            <a:off x="706755" y="2252980"/>
            <a:ext cx="1520190" cy="1158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单击此处输入正文，请尽量言简意赅的阐述观点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706755" y="1802765"/>
            <a:ext cx="152019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sz="16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10"/>
            </p:custDataLst>
          </p:nvPr>
        </p:nvSpPr>
        <p:spPr>
          <a:xfrm>
            <a:off x="4000435" y="5270042"/>
            <a:ext cx="4208896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立项依据与合规性说明</a:t>
            </a:r>
            <a:endParaRPr lang="zh-CN" altLang="en-US" sz="2000" b="1" dirty="0">
              <a:solidFill>
                <a:srgbClr val="C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1"/>
            </p:custDataLst>
          </p:nvPr>
        </p:nvSpPr>
        <p:spPr>
          <a:xfrm>
            <a:off x="2560320" y="2252980"/>
            <a:ext cx="1520190" cy="1158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单击此处输入你的项正文，请尽量言简意赅的阐述观点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2560320" y="1802765"/>
            <a:ext cx="152019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sz="16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4413885" y="2252980"/>
            <a:ext cx="1520190" cy="1158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单击此处输入正文，请尽量言简意赅的阐述观点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4"/>
            </p:custDataLst>
          </p:nvPr>
        </p:nvSpPr>
        <p:spPr>
          <a:xfrm>
            <a:off x="4413885" y="1802765"/>
            <a:ext cx="152019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sz="1600" b="1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5"/>
            </p:custDataLst>
          </p:nvPr>
        </p:nvSpPr>
        <p:spPr>
          <a:xfrm>
            <a:off x="6267450" y="2252980"/>
            <a:ext cx="1520190" cy="1158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单击此处输入你的项正文，请尽量言简意赅的阐述观点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6267450" y="1802765"/>
            <a:ext cx="152019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4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sz="1600" b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17"/>
            </p:custDataLst>
          </p:nvPr>
        </p:nvSpPr>
        <p:spPr>
          <a:xfrm>
            <a:off x="8121015" y="2252980"/>
            <a:ext cx="1520190" cy="1158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单击此处输入正文，请尽量言简意赅的阐述观点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8"/>
            </p:custDataLst>
          </p:nvPr>
        </p:nvSpPr>
        <p:spPr>
          <a:xfrm>
            <a:off x="8121015" y="1802765"/>
            <a:ext cx="152019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5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sz="1600" b="1">
              <a:solidFill>
                <a:schemeClr val="accent5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9"/>
            </p:custDataLst>
          </p:nvPr>
        </p:nvSpPr>
        <p:spPr>
          <a:xfrm>
            <a:off x="9974580" y="2252980"/>
            <a:ext cx="1520190" cy="11588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单击此处输入你的项正文，请尽量言简意赅的阐述观点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20"/>
            </p:custDataLst>
          </p:nvPr>
        </p:nvSpPr>
        <p:spPr>
          <a:xfrm>
            <a:off x="9974580" y="1802765"/>
            <a:ext cx="152019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accent6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sz="1600" b="1">
              <a:solidFill>
                <a:schemeClr val="accent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6" name="椭圆 65"/>
          <p:cNvSpPr/>
          <p:nvPr>
            <p:custDataLst>
              <p:tags r:id="rId21"/>
            </p:custDataLst>
          </p:nvPr>
        </p:nvSpPr>
        <p:spPr>
          <a:xfrm>
            <a:off x="1392066" y="3616873"/>
            <a:ext cx="106983" cy="106983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7" name="椭圆 66"/>
          <p:cNvSpPr/>
          <p:nvPr>
            <p:custDataLst>
              <p:tags r:id="rId22"/>
            </p:custDataLst>
          </p:nvPr>
        </p:nvSpPr>
        <p:spPr>
          <a:xfrm>
            <a:off x="3264843" y="3616873"/>
            <a:ext cx="106983" cy="10698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8" name="椭圆 67"/>
          <p:cNvSpPr/>
          <p:nvPr>
            <p:custDataLst>
              <p:tags r:id="rId23"/>
            </p:custDataLst>
          </p:nvPr>
        </p:nvSpPr>
        <p:spPr>
          <a:xfrm>
            <a:off x="5128911" y="3616873"/>
            <a:ext cx="106983" cy="10698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9" name="椭圆 68"/>
          <p:cNvSpPr/>
          <p:nvPr>
            <p:custDataLst>
              <p:tags r:id="rId24"/>
            </p:custDataLst>
          </p:nvPr>
        </p:nvSpPr>
        <p:spPr>
          <a:xfrm>
            <a:off x="6958143" y="3616873"/>
            <a:ext cx="106983" cy="10698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0" name="椭圆 69"/>
          <p:cNvSpPr/>
          <p:nvPr>
            <p:custDataLst>
              <p:tags r:id="rId25"/>
            </p:custDataLst>
          </p:nvPr>
        </p:nvSpPr>
        <p:spPr>
          <a:xfrm>
            <a:off x="8830920" y="3616873"/>
            <a:ext cx="106983" cy="106983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1" name="椭圆 70"/>
          <p:cNvSpPr/>
          <p:nvPr>
            <p:custDataLst>
              <p:tags r:id="rId26"/>
            </p:custDataLst>
          </p:nvPr>
        </p:nvSpPr>
        <p:spPr>
          <a:xfrm>
            <a:off x="10712408" y="3616873"/>
            <a:ext cx="106983" cy="10698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 14"/>
          <p:cNvSpPr/>
          <p:nvPr>
            <p:custDataLst>
              <p:tags r:id="rId27"/>
            </p:custDataLst>
          </p:nvPr>
        </p:nvSpPr>
        <p:spPr>
          <a:xfrm>
            <a:off x="1440180" y="3629025"/>
            <a:ext cx="1938020" cy="785495"/>
          </a:xfrm>
          <a:custGeom>
            <a:avLst/>
            <a:gdLst>
              <a:gd name="connsiteX0" fmla="*/ 0 w 3221"/>
              <a:gd name="connsiteY0" fmla="*/ 0 h 1240"/>
              <a:gd name="connsiteX1" fmla="*/ 0 w 3221"/>
              <a:gd name="connsiteY1" fmla="*/ 1053 h 1240"/>
              <a:gd name="connsiteX2" fmla="*/ 123 w 3221"/>
              <a:gd name="connsiteY2" fmla="*/ 1223 h 1240"/>
              <a:gd name="connsiteX3" fmla="*/ 3221 w 3221"/>
              <a:gd name="connsiteY3" fmla="*/ 1240 h 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0" t="0" r="0" b="0"/>
            <a:pathLst>
              <a:path w="3221" h="1240">
                <a:moveTo>
                  <a:pt x="0" y="0"/>
                </a:moveTo>
                <a:lnTo>
                  <a:pt x="0" y="1053"/>
                </a:lnTo>
                <a:cubicBezTo>
                  <a:pt x="0" y="1147"/>
                  <a:pt x="55" y="1223"/>
                  <a:pt x="123" y="1223"/>
                </a:cubicBezTo>
                <a:lnTo>
                  <a:pt x="3221" y="1240"/>
                </a:lnTo>
              </a:path>
            </a:pathLst>
          </a:cu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Freeform 14"/>
          <p:cNvSpPr/>
          <p:nvPr>
            <p:custDataLst>
              <p:tags r:id="rId28"/>
            </p:custDataLst>
          </p:nvPr>
        </p:nvSpPr>
        <p:spPr>
          <a:xfrm>
            <a:off x="5179060" y="3646170"/>
            <a:ext cx="194310" cy="779145"/>
          </a:xfrm>
          <a:custGeom>
            <a:avLst/>
            <a:gdLst>
              <a:gd name="connsiteX0" fmla="*/ 0 w 306"/>
              <a:gd name="connsiteY0" fmla="*/ 0 h 1227"/>
              <a:gd name="connsiteX1" fmla="*/ 0 w 306"/>
              <a:gd name="connsiteY1" fmla="*/ 1056 h 1227"/>
              <a:gd name="connsiteX2" fmla="*/ 114 w 306"/>
              <a:gd name="connsiteY2" fmla="*/ 1226 h 1227"/>
              <a:gd name="connsiteX3" fmla="*/ 306 w 306"/>
              <a:gd name="connsiteY3" fmla="*/ 1227 h 1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0" t="0" r="0" b="0"/>
            <a:pathLst>
              <a:path w="306" h="1227">
                <a:moveTo>
                  <a:pt x="0" y="0"/>
                </a:moveTo>
                <a:lnTo>
                  <a:pt x="0" y="1056"/>
                </a:lnTo>
                <a:cubicBezTo>
                  <a:pt x="0" y="1150"/>
                  <a:pt x="51" y="1226"/>
                  <a:pt x="114" y="1226"/>
                </a:cubicBezTo>
                <a:lnTo>
                  <a:pt x="306" y="1227"/>
                </a:ln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Freeform 11"/>
          <p:cNvSpPr/>
          <p:nvPr>
            <p:custDataLst>
              <p:tags r:id="rId29"/>
            </p:custDataLst>
          </p:nvPr>
        </p:nvSpPr>
        <p:spPr>
          <a:xfrm>
            <a:off x="6929755" y="3651250"/>
            <a:ext cx="1951355" cy="774700"/>
          </a:xfrm>
          <a:custGeom>
            <a:avLst/>
            <a:gdLst/>
            <a:ahLst/>
            <a:cxnLst/>
            <a:rect l="0" t="0" r="0" b="0"/>
            <a:pathLst>
              <a:path w="3943351" h="778002">
                <a:moveTo>
                  <a:pt x="3943350" y="0"/>
                </a:moveTo>
                <a:lnTo>
                  <a:pt x="3943350" y="688001"/>
                </a:lnTo>
                <a:cubicBezTo>
                  <a:pt x="3943350" y="737681"/>
                  <a:pt x="3903030" y="778001"/>
                  <a:pt x="3853350" y="778001"/>
                </a:cubicBezTo>
                <a:lnTo>
                  <a:pt x="0" y="778001"/>
                </a:lnTo>
              </a:path>
            </a:pathLst>
          </a:cu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3" name="Freeform 11"/>
          <p:cNvSpPr/>
          <p:nvPr>
            <p:custDataLst>
              <p:tags r:id="rId30"/>
            </p:custDataLst>
          </p:nvPr>
        </p:nvSpPr>
        <p:spPr>
          <a:xfrm>
            <a:off x="6828155" y="3651250"/>
            <a:ext cx="180975" cy="777875"/>
          </a:xfrm>
          <a:custGeom>
            <a:avLst/>
            <a:gdLst>
              <a:gd name="connsiteX0" fmla="*/ 285 w 285"/>
              <a:gd name="connsiteY0" fmla="*/ 0 h 1225"/>
              <a:gd name="connsiteX1" fmla="*/ 285 w 285"/>
              <a:gd name="connsiteY1" fmla="*/ 1079 h 1225"/>
              <a:gd name="connsiteX2" fmla="*/ 215 w 285"/>
              <a:gd name="connsiteY2" fmla="*/ 1220 h 1225"/>
              <a:gd name="connsiteX3" fmla="*/ 0 w 285"/>
              <a:gd name="connsiteY3" fmla="*/ 1225 h 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0" t="0" r="0" b="0"/>
            <a:pathLst>
              <a:path w="285" h="1225">
                <a:moveTo>
                  <a:pt x="285" y="0"/>
                </a:moveTo>
                <a:lnTo>
                  <a:pt x="285" y="1079"/>
                </a:lnTo>
                <a:cubicBezTo>
                  <a:pt x="285" y="1157"/>
                  <a:pt x="254" y="1220"/>
                  <a:pt x="215" y="1220"/>
                </a:cubicBezTo>
                <a:lnTo>
                  <a:pt x="0" y="1225"/>
                </a:ln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椭圆 24"/>
          <p:cNvSpPr/>
          <p:nvPr>
            <p:custDataLst>
              <p:tags r:id="rId31"/>
            </p:custDataLst>
          </p:nvPr>
        </p:nvSpPr>
        <p:spPr>
          <a:xfrm>
            <a:off x="5273040" y="3990171"/>
            <a:ext cx="1645920" cy="1645920"/>
          </a:xfrm>
          <a:prstGeom prst="ellipse">
            <a:avLst/>
          </a:prstGeom>
          <a:noFill/>
          <a:ln>
            <a:gradFill>
              <a:gsLst>
                <a:gs pos="0">
                  <a:srgbClr val="C00000"/>
                </a:gs>
                <a:gs pos="78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项目背景</a:t>
            </a:r>
            <a:r>
              <a:rPr lang="zh-CN" altLang="en-US" sz="32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与立项依据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0" name="文本框 29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立项依据与合规性说明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3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</p:spTree>
    <p:custDataLst>
      <p:tags r:id="rId3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顶角 20"/>
          <p:cNvSpPr/>
          <p:nvPr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2" name="arrowhead-thin-outline-to-the-left_32542"/>
          <p:cNvSpPr/>
          <p:nvPr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9431" y="367927"/>
            <a:ext cx="1552141" cy="51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1100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7303" y="367927"/>
            <a:ext cx="45719" cy="519309"/>
          </a:xfrm>
          <a:prstGeom prst="rect">
            <a:avLst/>
          </a:prstGeom>
          <a:pattFill prst="zigZ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1284876" y="3394039"/>
            <a:ext cx="597929" cy="597933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 flipV="1">
            <a:off x="1637665" y="3102610"/>
            <a:ext cx="10207625" cy="737870"/>
            <a:chOff x="3037840" y="5372100"/>
            <a:chExt cx="6878320" cy="738056"/>
          </a:xfrm>
        </p:grpSpPr>
        <p:sp>
          <p:nvSpPr>
            <p:cNvPr id="4" name="椭圆 3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139440" y="2320925"/>
            <a:ext cx="796163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现状分析与问题诊断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12934" y="2054166"/>
            <a:ext cx="1599479" cy="1599479"/>
            <a:chOff x="1439212" y="1545892"/>
            <a:chExt cx="779175" cy="779175"/>
          </a:xfrm>
        </p:grpSpPr>
        <p:sp>
          <p:nvSpPr>
            <p:cNvPr id="8" name="椭圆 7"/>
            <p:cNvSpPr/>
            <p:nvPr/>
          </p:nvSpPr>
          <p:spPr>
            <a:xfrm>
              <a:off x="1439212" y="1545892"/>
              <a:ext cx="779175" cy="779175"/>
            </a:xfrm>
            <a:prstGeom prst="ellipse">
              <a:avLst/>
            </a:prstGeom>
            <a:solidFill>
              <a:srgbClr val="1B1D3D">
                <a:alpha val="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9240" y="1645920"/>
              <a:ext cx="579120" cy="579120"/>
            </a:xfrm>
            <a:prstGeom prst="ellipse">
              <a:avLst/>
            </a:prstGeom>
            <a:solidFill>
              <a:srgbClr val="99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1657" y="2293935"/>
            <a:ext cx="114188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2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076441" y="3840530"/>
            <a:ext cx="2837180" cy="337185"/>
            <a:chOff x="4645227" y="4175251"/>
            <a:chExt cx="2837180" cy="337185"/>
          </a:xfrm>
        </p:grpSpPr>
        <p:grpSp>
          <p:nvGrpSpPr>
            <p:cNvPr id="17" name="组合 16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18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9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57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4989397" y="4175251"/>
              <a:ext cx="249301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现有系统/业务现状梳理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894109" y="3840530"/>
            <a:ext cx="2505075" cy="337185"/>
            <a:chOff x="4645227" y="4175251"/>
            <a:chExt cx="2505075" cy="337185"/>
          </a:xfrm>
        </p:grpSpPr>
        <p:grpSp>
          <p:nvGrpSpPr>
            <p:cNvPr id="62" name="组合 61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63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4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5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7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4989397" y="4175251"/>
              <a:ext cx="216090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核心问题与风险识别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076441" y="4240154"/>
            <a:ext cx="2572385" cy="337185"/>
            <a:chOff x="4645227" y="4175251"/>
            <a:chExt cx="2572385" cy="337185"/>
          </a:xfrm>
        </p:grpSpPr>
        <p:grpSp>
          <p:nvGrpSpPr>
            <p:cNvPr id="70" name="组合 69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71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2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3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4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4989397" y="4175251"/>
              <a:ext cx="222821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差距评估与对标分析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cxnSp>
        <p:nvCxnSpPr>
          <p:cNvPr id="83" name="直接连接符 82"/>
          <p:cNvCxnSpPr/>
          <p:nvPr/>
        </p:nvCxnSpPr>
        <p:spPr>
          <a:xfrm flipH="1">
            <a:off x="2439455" y="1403685"/>
            <a:ext cx="849927" cy="849932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844895" y="3217106"/>
            <a:ext cx="1513669" cy="15136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861352" y="6441804"/>
            <a:ext cx="2468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任意多边形 7"/>
          <p:cNvSpPr/>
          <p:nvPr>
            <p:custDataLst>
              <p:tags r:id="rId1"/>
            </p:custDataLst>
          </p:nvPr>
        </p:nvSpPr>
        <p:spPr bwMode="auto">
          <a:xfrm>
            <a:off x="4378325" y="2629535"/>
            <a:ext cx="1697355" cy="592455"/>
          </a:xfrm>
          <a:custGeom>
            <a:avLst/>
            <a:gdLst>
              <a:gd name="connsiteX0" fmla="*/ 393 w 3428"/>
              <a:gd name="connsiteY0" fmla="*/ 0 h 1298"/>
              <a:gd name="connsiteX1" fmla="*/ 514 w 3428"/>
              <a:gd name="connsiteY1" fmla="*/ 0 h 1298"/>
              <a:gd name="connsiteX2" fmla="*/ 2815 w 3428"/>
              <a:gd name="connsiteY2" fmla="*/ 0 h 1298"/>
              <a:gd name="connsiteX3" fmla="*/ 3428 w 3428"/>
              <a:gd name="connsiteY3" fmla="*/ 585 h 1298"/>
              <a:gd name="connsiteX4" fmla="*/ 2815 w 3428"/>
              <a:gd name="connsiteY4" fmla="*/ 1171 h 1298"/>
              <a:gd name="connsiteX5" fmla="*/ 514 w 3428"/>
              <a:gd name="connsiteY5" fmla="*/ 1171 h 1298"/>
              <a:gd name="connsiteX6" fmla="*/ 318 w 3428"/>
              <a:gd name="connsiteY6" fmla="*/ 1171 h 1298"/>
              <a:gd name="connsiteX7" fmla="*/ 0 w 3428"/>
              <a:gd name="connsiteY7" fmla="*/ 1296 h 1298"/>
              <a:gd name="connsiteX8" fmla="*/ 0 w 3428"/>
              <a:gd name="connsiteY8" fmla="*/ 171 h 1298"/>
              <a:gd name="connsiteX9" fmla="*/ 393 w 3428"/>
              <a:gd name="connsiteY9" fmla="*/ 0 h 1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428" h="1299">
                <a:moveTo>
                  <a:pt x="393" y="0"/>
                </a:moveTo>
                <a:cubicBezTo>
                  <a:pt x="514" y="0"/>
                  <a:pt x="514" y="0"/>
                  <a:pt x="514" y="0"/>
                </a:cubicBezTo>
                <a:cubicBezTo>
                  <a:pt x="2815" y="0"/>
                  <a:pt x="2815" y="0"/>
                  <a:pt x="2815" y="0"/>
                </a:cubicBezTo>
                <a:cubicBezTo>
                  <a:pt x="3428" y="585"/>
                  <a:pt x="3428" y="585"/>
                  <a:pt x="3428" y="585"/>
                </a:cubicBezTo>
                <a:cubicBezTo>
                  <a:pt x="2815" y="1171"/>
                  <a:pt x="2815" y="1171"/>
                  <a:pt x="2815" y="1171"/>
                </a:cubicBezTo>
                <a:cubicBezTo>
                  <a:pt x="514" y="1171"/>
                  <a:pt x="514" y="1171"/>
                  <a:pt x="514" y="1171"/>
                </a:cubicBezTo>
                <a:cubicBezTo>
                  <a:pt x="318" y="1171"/>
                  <a:pt x="318" y="1171"/>
                  <a:pt x="318" y="1171"/>
                </a:cubicBezTo>
                <a:cubicBezTo>
                  <a:pt x="143" y="1171"/>
                  <a:pt x="0" y="1227"/>
                  <a:pt x="0" y="1296"/>
                </a:cubicBezTo>
                <a:cubicBezTo>
                  <a:pt x="0" y="1365"/>
                  <a:pt x="0" y="171"/>
                  <a:pt x="0" y="171"/>
                </a:cubicBezTo>
                <a:cubicBezTo>
                  <a:pt x="0" y="77"/>
                  <a:pt x="176" y="0"/>
                  <a:pt x="393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0" dist="127000" dir="5400000" algn="t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179705" bIns="71755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9" name="任意多边形 8"/>
          <p:cNvSpPr/>
          <p:nvPr>
            <p:custDataLst>
              <p:tags r:id="rId2"/>
            </p:custDataLst>
          </p:nvPr>
        </p:nvSpPr>
        <p:spPr bwMode="auto">
          <a:xfrm>
            <a:off x="4371975" y="3162935"/>
            <a:ext cx="254635" cy="113665"/>
          </a:xfrm>
          <a:custGeom>
            <a:avLst/>
            <a:gdLst>
              <a:gd name="T0" fmla="*/ 236 w 382"/>
              <a:gd name="T1" fmla="*/ 0 h 185"/>
              <a:gd name="T2" fmla="*/ 382 w 382"/>
              <a:gd name="T3" fmla="*/ 0 h 185"/>
              <a:gd name="T4" fmla="*/ 382 w 382"/>
              <a:gd name="T5" fmla="*/ 185 h 185"/>
              <a:gd name="T6" fmla="*/ 236 w 382"/>
              <a:gd name="T7" fmla="*/ 185 h 185"/>
              <a:gd name="T8" fmla="*/ 0 w 382"/>
              <a:gd name="T9" fmla="*/ 93 h 185"/>
              <a:gd name="T10" fmla="*/ 236 w 382"/>
              <a:gd name="T11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185">
                <a:moveTo>
                  <a:pt x="236" y="0"/>
                </a:moveTo>
                <a:cubicBezTo>
                  <a:pt x="382" y="0"/>
                  <a:pt x="382" y="0"/>
                  <a:pt x="382" y="0"/>
                </a:cubicBezTo>
                <a:cubicBezTo>
                  <a:pt x="382" y="185"/>
                  <a:pt x="382" y="185"/>
                  <a:pt x="382" y="185"/>
                </a:cubicBezTo>
                <a:cubicBezTo>
                  <a:pt x="236" y="185"/>
                  <a:pt x="236" y="185"/>
                  <a:pt x="236" y="185"/>
                </a:cubicBezTo>
                <a:cubicBezTo>
                  <a:pt x="106" y="185"/>
                  <a:pt x="0" y="144"/>
                  <a:pt x="0" y="93"/>
                </a:cubicBezTo>
                <a:cubicBezTo>
                  <a:pt x="0" y="42"/>
                  <a:pt x="106" y="0"/>
                  <a:pt x="236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93" name="圆角矩形 192"/>
          <p:cNvSpPr/>
          <p:nvPr>
            <p:custDataLst>
              <p:tags r:id="rId3"/>
            </p:custDataLst>
          </p:nvPr>
        </p:nvSpPr>
        <p:spPr>
          <a:xfrm>
            <a:off x="593090" y="2267585"/>
            <a:ext cx="3766185" cy="131699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49935" y="2802890"/>
            <a:ext cx="3302000" cy="6343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添加正文，文字是您思想的提炼请简意的阐述您的观点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749935" y="2458085"/>
            <a:ext cx="3302000" cy="3086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>
                <a:solidFill>
                  <a:schemeClr val="accent2"/>
                </a:solidFill>
                <a:latin typeface="+mn-ea"/>
                <a:cs typeface="+mn-ea"/>
              </a:rPr>
              <a:t>现状</a:t>
            </a:r>
            <a:r>
              <a:rPr lang="en-US" altLang="zh-CN" sz="1700" b="1">
                <a:solidFill>
                  <a:schemeClr val="accent2"/>
                </a:solidFill>
                <a:latin typeface="+mn-ea"/>
                <a:cs typeface="+mn-ea"/>
              </a:rPr>
              <a:t>2 </a:t>
            </a:r>
            <a:r>
              <a:rPr lang="zh-CN" altLang="en-US" sz="1700" b="1">
                <a:solidFill>
                  <a:schemeClr val="accent2"/>
                </a:solidFill>
                <a:latin typeface="+mn-ea"/>
                <a:cs typeface="+mn-ea"/>
              </a:rPr>
              <a:t>添加项标题</a:t>
            </a:r>
            <a:endParaRPr lang="zh-CN" altLang="en-US" sz="17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46" name="任意多边形 5"/>
          <p:cNvSpPr/>
          <p:nvPr>
            <p:custDataLst>
              <p:tags r:id="rId6"/>
            </p:custDataLst>
          </p:nvPr>
        </p:nvSpPr>
        <p:spPr bwMode="auto">
          <a:xfrm>
            <a:off x="4378325" y="4257675"/>
            <a:ext cx="1697355" cy="589915"/>
          </a:xfrm>
          <a:custGeom>
            <a:avLst/>
            <a:gdLst>
              <a:gd name="connsiteX0" fmla="*/ 393 w 3428"/>
              <a:gd name="connsiteY0" fmla="*/ 0 h 1294"/>
              <a:gd name="connsiteX1" fmla="*/ 514 w 3428"/>
              <a:gd name="connsiteY1" fmla="*/ 0 h 1294"/>
              <a:gd name="connsiteX2" fmla="*/ 2815 w 3428"/>
              <a:gd name="connsiteY2" fmla="*/ 0 h 1294"/>
              <a:gd name="connsiteX3" fmla="*/ 3428 w 3428"/>
              <a:gd name="connsiteY3" fmla="*/ 584 h 1294"/>
              <a:gd name="connsiteX4" fmla="*/ 2815 w 3428"/>
              <a:gd name="connsiteY4" fmla="*/ 1168 h 1294"/>
              <a:gd name="connsiteX5" fmla="*/ 514 w 3428"/>
              <a:gd name="connsiteY5" fmla="*/ 1168 h 1294"/>
              <a:gd name="connsiteX6" fmla="*/ 318 w 3428"/>
              <a:gd name="connsiteY6" fmla="*/ 1168 h 1294"/>
              <a:gd name="connsiteX7" fmla="*/ 0 w 3428"/>
              <a:gd name="connsiteY7" fmla="*/ 1292 h 1294"/>
              <a:gd name="connsiteX8" fmla="*/ 0 w 3428"/>
              <a:gd name="connsiteY8" fmla="*/ 169 h 1294"/>
              <a:gd name="connsiteX9" fmla="*/ 393 w 3428"/>
              <a:gd name="connsiteY9" fmla="*/ 0 h 1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428" h="1295">
                <a:moveTo>
                  <a:pt x="393" y="0"/>
                </a:moveTo>
                <a:cubicBezTo>
                  <a:pt x="514" y="0"/>
                  <a:pt x="514" y="0"/>
                  <a:pt x="514" y="0"/>
                </a:cubicBezTo>
                <a:cubicBezTo>
                  <a:pt x="2815" y="0"/>
                  <a:pt x="2815" y="0"/>
                  <a:pt x="2815" y="0"/>
                </a:cubicBezTo>
                <a:cubicBezTo>
                  <a:pt x="3428" y="584"/>
                  <a:pt x="3428" y="584"/>
                  <a:pt x="3428" y="584"/>
                </a:cubicBezTo>
                <a:cubicBezTo>
                  <a:pt x="2815" y="1168"/>
                  <a:pt x="2815" y="1168"/>
                  <a:pt x="2815" y="1168"/>
                </a:cubicBezTo>
                <a:cubicBezTo>
                  <a:pt x="514" y="1168"/>
                  <a:pt x="514" y="1168"/>
                  <a:pt x="514" y="1168"/>
                </a:cubicBezTo>
                <a:cubicBezTo>
                  <a:pt x="318" y="1168"/>
                  <a:pt x="318" y="1168"/>
                  <a:pt x="318" y="1168"/>
                </a:cubicBezTo>
                <a:cubicBezTo>
                  <a:pt x="143" y="1168"/>
                  <a:pt x="0" y="1225"/>
                  <a:pt x="0" y="1292"/>
                </a:cubicBezTo>
                <a:cubicBezTo>
                  <a:pt x="0" y="1359"/>
                  <a:pt x="0" y="169"/>
                  <a:pt x="0" y="169"/>
                </a:cubicBezTo>
                <a:cubicBezTo>
                  <a:pt x="0" y="75"/>
                  <a:pt x="176" y="0"/>
                  <a:pt x="393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outerShdw blurRad="444500" dist="127000" dir="5400000" algn="t" rotWithShape="0">
              <a:schemeClr val="accent4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179705" bIns="71755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04</a:t>
            </a:r>
            <a:endParaRPr 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7" name="任意多边形 6"/>
          <p:cNvSpPr/>
          <p:nvPr>
            <p:custDataLst>
              <p:tags r:id="rId7"/>
            </p:custDataLst>
          </p:nvPr>
        </p:nvSpPr>
        <p:spPr bwMode="auto">
          <a:xfrm>
            <a:off x="4375150" y="4790440"/>
            <a:ext cx="254635" cy="113665"/>
          </a:xfrm>
          <a:custGeom>
            <a:avLst/>
            <a:gdLst>
              <a:gd name="T0" fmla="*/ 236 w 382"/>
              <a:gd name="T1" fmla="*/ 0 h 185"/>
              <a:gd name="T2" fmla="*/ 382 w 382"/>
              <a:gd name="T3" fmla="*/ 0 h 185"/>
              <a:gd name="T4" fmla="*/ 382 w 382"/>
              <a:gd name="T5" fmla="*/ 185 h 185"/>
              <a:gd name="T6" fmla="*/ 236 w 382"/>
              <a:gd name="T7" fmla="*/ 185 h 185"/>
              <a:gd name="T8" fmla="*/ 0 w 382"/>
              <a:gd name="T9" fmla="*/ 92 h 185"/>
              <a:gd name="T10" fmla="*/ 236 w 382"/>
              <a:gd name="T11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2" h="185">
                <a:moveTo>
                  <a:pt x="236" y="0"/>
                </a:moveTo>
                <a:cubicBezTo>
                  <a:pt x="382" y="0"/>
                  <a:pt x="382" y="0"/>
                  <a:pt x="382" y="0"/>
                </a:cubicBezTo>
                <a:cubicBezTo>
                  <a:pt x="382" y="185"/>
                  <a:pt x="382" y="185"/>
                  <a:pt x="382" y="185"/>
                </a:cubicBezTo>
                <a:cubicBezTo>
                  <a:pt x="236" y="185"/>
                  <a:pt x="236" y="185"/>
                  <a:pt x="236" y="185"/>
                </a:cubicBezTo>
                <a:cubicBezTo>
                  <a:pt x="106" y="185"/>
                  <a:pt x="0" y="143"/>
                  <a:pt x="0" y="92"/>
                </a:cubicBezTo>
                <a:cubicBezTo>
                  <a:pt x="0" y="42"/>
                  <a:pt x="106" y="0"/>
                  <a:pt x="236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601980" y="3894455"/>
            <a:ext cx="3766185" cy="131699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758825" y="4429760"/>
            <a:ext cx="3302000" cy="6343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单击此处添加正文，文字是您思想的提炼请简意的阐述您的观点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758825" y="4084955"/>
            <a:ext cx="3302000" cy="3086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 dirty="0">
                <a:solidFill>
                  <a:schemeClr val="accent4"/>
                </a:solidFill>
                <a:latin typeface="+mn-ea"/>
                <a:cs typeface="+mn-ea"/>
              </a:rPr>
              <a:t>现状</a:t>
            </a:r>
            <a:r>
              <a:rPr lang="en-US" altLang="zh-CN" sz="1700" b="1" dirty="0">
                <a:solidFill>
                  <a:schemeClr val="accent4"/>
                </a:solidFill>
                <a:latin typeface="+mn-ea"/>
                <a:cs typeface="+mn-ea"/>
              </a:rPr>
              <a:t>4</a:t>
            </a:r>
            <a:r>
              <a:rPr lang="zh-CN" altLang="en-US" sz="1700" b="1" dirty="0">
                <a:solidFill>
                  <a:schemeClr val="accent4"/>
                </a:solidFill>
                <a:latin typeface="+mn-ea"/>
                <a:cs typeface="+mn-ea"/>
              </a:rPr>
              <a:t> 添加项标题</a:t>
            </a:r>
            <a:endParaRPr lang="zh-CN" altLang="en-US" sz="1700" b="1" dirty="0">
              <a:solidFill>
                <a:schemeClr val="accent4"/>
              </a:solidFill>
              <a:latin typeface="+mn-ea"/>
              <a:cs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11"/>
            </p:custDataLst>
          </p:nvPr>
        </p:nvSpPr>
        <p:spPr>
          <a:xfrm>
            <a:off x="7816850" y="1454150"/>
            <a:ext cx="3766185" cy="1316990"/>
          </a:xfrm>
          <a:prstGeom prst="roundRect">
            <a:avLst/>
          </a:prstGeom>
          <a:solidFill>
            <a:srgbClr val="99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42" name="任意多边形 1"/>
          <p:cNvSpPr/>
          <p:nvPr>
            <p:custDataLst>
              <p:tags r:id="rId12"/>
            </p:custDataLst>
          </p:nvPr>
        </p:nvSpPr>
        <p:spPr bwMode="auto">
          <a:xfrm>
            <a:off x="6119495" y="1816100"/>
            <a:ext cx="1697355" cy="592455"/>
          </a:xfrm>
          <a:custGeom>
            <a:avLst/>
            <a:gdLst>
              <a:gd name="connsiteX0" fmla="*/ 3035 w 3428"/>
              <a:gd name="connsiteY0" fmla="*/ 0 h 1298"/>
              <a:gd name="connsiteX1" fmla="*/ 2915 w 3428"/>
              <a:gd name="connsiteY1" fmla="*/ 0 h 1298"/>
              <a:gd name="connsiteX2" fmla="*/ 613 w 3428"/>
              <a:gd name="connsiteY2" fmla="*/ 0 h 1298"/>
              <a:gd name="connsiteX3" fmla="*/ 0 w 3428"/>
              <a:gd name="connsiteY3" fmla="*/ 587 h 1298"/>
              <a:gd name="connsiteX4" fmla="*/ 613 w 3428"/>
              <a:gd name="connsiteY4" fmla="*/ 1172 h 1298"/>
              <a:gd name="connsiteX5" fmla="*/ 2915 w 3428"/>
              <a:gd name="connsiteY5" fmla="*/ 1172 h 1298"/>
              <a:gd name="connsiteX6" fmla="*/ 3110 w 3428"/>
              <a:gd name="connsiteY6" fmla="*/ 1172 h 1298"/>
              <a:gd name="connsiteX7" fmla="*/ 3428 w 3428"/>
              <a:gd name="connsiteY7" fmla="*/ 1296 h 1298"/>
              <a:gd name="connsiteX8" fmla="*/ 3428 w 3428"/>
              <a:gd name="connsiteY8" fmla="*/ 171 h 1298"/>
              <a:gd name="connsiteX9" fmla="*/ 3035 w 3428"/>
              <a:gd name="connsiteY9" fmla="*/ 0 h 1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428" h="1299">
                <a:moveTo>
                  <a:pt x="3035" y="0"/>
                </a:moveTo>
                <a:cubicBezTo>
                  <a:pt x="2915" y="0"/>
                  <a:pt x="2915" y="0"/>
                  <a:pt x="2915" y="0"/>
                </a:cubicBezTo>
                <a:cubicBezTo>
                  <a:pt x="613" y="0"/>
                  <a:pt x="613" y="0"/>
                  <a:pt x="613" y="0"/>
                </a:cubicBezTo>
                <a:cubicBezTo>
                  <a:pt x="0" y="587"/>
                  <a:pt x="0" y="587"/>
                  <a:pt x="0" y="587"/>
                </a:cubicBezTo>
                <a:cubicBezTo>
                  <a:pt x="613" y="1172"/>
                  <a:pt x="613" y="1172"/>
                  <a:pt x="613" y="1172"/>
                </a:cubicBezTo>
                <a:cubicBezTo>
                  <a:pt x="2915" y="1172"/>
                  <a:pt x="2915" y="1172"/>
                  <a:pt x="2915" y="1172"/>
                </a:cubicBezTo>
                <a:cubicBezTo>
                  <a:pt x="3110" y="1172"/>
                  <a:pt x="3110" y="1172"/>
                  <a:pt x="3110" y="1172"/>
                </a:cubicBezTo>
                <a:cubicBezTo>
                  <a:pt x="3285" y="1172"/>
                  <a:pt x="3428" y="1227"/>
                  <a:pt x="3428" y="1296"/>
                </a:cubicBezTo>
                <a:cubicBezTo>
                  <a:pt x="3428" y="1365"/>
                  <a:pt x="3428" y="171"/>
                  <a:pt x="3428" y="171"/>
                </a:cubicBezTo>
                <a:cubicBezTo>
                  <a:pt x="3428" y="77"/>
                  <a:pt x="3252" y="0"/>
                  <a:pt x="3035" y="0"/>
                </a:cubicBez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444500" dist="127000" dir="5400000" algn="t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91440" bIns="71755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3" name="任意多边形 2"/>
          <p:cNvSpPr/>
          <p:nvPr>
            <p:custDataLst>
              <p:tags r:id="rId13"/>
            </p:custDataLst>
          </p:nvPr>
        </p:nvSpPr>
        <p:spPr bwMode="auto">
          <a:xfrm>
            <a:off x="7569835" y="2350770"/>
            <a:ext cx="253365" cy="113665"/>
          </a:xfrm>
          <a:custGeom>
            <a:avLst/>
            <a:gdLst>
              <a:gd name="T0" fmla="*/ 145 w 381"/>
              <a:gd name="T1" fmla="*/ 0 h 185"/>
              <a:gd name="T2" fmla="*/ 0 w 381"/>
              <a:gd name="T3" fmla="*/ 0 h 185"/>
              <a:gd name="T4" fmla="*/ 0 w 381"/>
              <a:gd name="T5" fmla="*/ 185 h 185"/>
              <a:gd name="T6" fmla="*/ 145 w 381"/>
              <a:gd name="T7" fmla="*/ 185 h 185"/>
              <a:gd name="T8" fmla="*/ 381 w 381"/>
              <a:gd name="T9" fmla="*/ 92 h 185"/>
              <a:gd name="T10" fmla="*/ 145 w 381"/>
              <a:gd name="T11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1" h="185">
                <a:moveTo>
                  <a:pt x="14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85"/>
                  <a:pt x="0" y="185"/>
                  <a:pt x="0" y="185"/>
                </a:cubicBezTo>
                <a:cubicBezTo>
                  <a:pt x="145" y="185"/>
                  <a:pt x="145" y="185"/>
                  <a:pt x="145" y="185"/>
                </a:cubicBezTo>
                <a:cubicBezTo>
                  <a:pt x="275" y="185"/>
                  <a:pt x="381" y="143"/>
                  <a:pt x="381" y="92"/>
                </a:cubicBezTo>
                <a:cubicBezTo>
                  <a:pt x="381" y="41"/>
                  <a:pt x="275" y="0"/>
                  <a:pt x="145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>
            <p:custDataLst>
              <p:tags r:id="rId14"/>
            </p:custDataLst>
          </p:nvPr>
        </p:nvSpPr>
        <p:spPr>
          <a:xfrm>
            <a:off x="8128000" y="1998980"/>
            <a:ext cx="3302000" cy="6343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单击此处添加正文，文字是您思想的提炼，请简意的阐述您的观点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5"/>
            </p:custDataLst>
          </p:nvPr>
        </p:nvSpPr>
        <p:spPr>
          <a:xfrm>
            <a:off x="8128000" y="1638935"/>
            <a:ext cx="3302000" cy="3232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>
                <a:solidFill>
                  <a:srgbClr val="C00000"/>
                </a:solidFill>
                <a:latin typeface="+mn-ea"/>
                <a:cs typeface="+mn-ea"/>
              </a:rPr>
              <a:t>现状1 添加项标题</a:t>
            </a:r>
            <a:endParaRPr lang="zh-CN" altLang="en-US" sz="1700" b="1">
              <a:solidFill>
                <a:srgbClr val="C00000"/>
              </a:solidFill>
              <a:latin typeface="+mn-ea"/>
              <a:cs typeface="+mn-ea"/>
            </a:endParaRPr>
          </a:p>
        </p:txBody>
      </p:sp>
      <p:sp>
        <p:nvSpPr>
          <p:cNvPr id="23" name="圆角矩形 22"/>
          <p:cNvSpPr/>
          <p:nvPr>
            <p:custDataLst>
              <p:tags r:id="rId16"/>
            </p:custDataLst>
          </p:nvPr>
        </p:nvSpPr>
        <p:spPr>
          <a:xfrm>
            <a:off x="7816850" y="3081020"/>
            <a:ext cx="3766185" cy="131699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44" name="任意多边形 3"/>
          <p:cNvSpPr/>
          <p:nvPr>
            <p:custDataLst>
              <p:tags r:id="rId17"/>
            </p:custDataLst>
          </p:nvPr>
        </p:nvSpPr>
        <p:spPr bwMode="auto">
          <a:xfrm>
            <a:off x="6119495" y="3443605"/>
            <a:ext cx="1697355" cy="591185"/>
          </a:xfrm>
          <a:custGeom>
            <a:avLst/>
            <a:gdLst>
              <a:gd name="connsiteX0" fmla="*/ 3035 w 3428"/>
              <a:gd name="connsiteY0" fmla="*/ 0 h 1296"/>
              <a:gd name="connsiteX1" fmla="*/ 2915 w 3428"/>
              <a:gd name="connsiteY1" fmla="*/ 0 h 1296"/>
              <a:gd name="connsiteX2" fmla="*/ 613 w 3428"/>
              <a:gd name="connsiteY2" fmla="*/ 0 h 1296"/>
              <a:gd name="connsiteX3" fmla="*/ 0 w 3428"/>
              <a:gd name="connsiteY3" fmla="*/ 586 h 1296"/>
              <a:gd name="connsiteX4" fmla="*/ 613 w 3428"/>
              <a:gd name="connsiteY4" fmla="*/ 1170 h 1296"/>
              <a:gd name="connsiteX5" fmla="*/ 2915 w 3428"/>
              <a:gd name="connsiteY5" fmla="*/ 1170 h 1296"/>
              <a:gd name="connsiteX6" fmla="*/ 3110 w 3428"/>
              <a:gd name="connsiteY6" fmla="*/ 1170 h 1296"/>
              <a:gd name="connsiteX7" fmla="*/ 3428 w 3428"/>
              <a:gd name="connsiteY7" fmla="*/ 1294 h 1296"/>
              <a:gd name="connsiteX8" fmla="*/ 3428 w 3428"/>
              <a:gd name="connsiteY8" fmla="*/ 171 h 1296"/>
              <a:gd name="connsiteX9" fmla="*/ 3035 w 3428"/>
              <a:gd name="connsiteY9" fmla="*/ 0 h 1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428" h="1297">
                <a:moveTo>
                  <a:pt x="3035" y="0"/>
                </a:moveTo>
                <a:cubicBezTo>
                  <a:pt x="2915" y="0"/>
                  <a:pt x="2915" y="0"/>
                  <a:pt x="2915" y="0"/>
                </a:cubicBezTo>
                <a:cubicBezTo>
                  <a:pt x="613" y="0"/>
                  <a:pt x="613" y="0"/>
                  <a:pt x="613" y="0"/>
                </a:cubicBezTo>
                <a:cubicBezTo>
                  <a:pt x="0" y="586"/>
                  <a:pt x="0" y="586"/>
                  <a:pt x="0" y="586"/>
                </a:cubicBezTo>
                <a:cubicBezTo>
                  <a:pt x="613" y="1170"/>
                  <a:pt x="613" y="1170"/>
                  <a:pt x="613" y="1170"/>
                </a:cubicBezTo>
                <a:cubicBezTo>
                  <a:pt x="2915" y="1170"/>
                  <a:pt x="2915" y="1170"/>
                  <a:pt x="2915" y="1170"/>
                </a:cubicBezTo>
                <a:cubicBezTo>
                  <a:pt x="3110" y="1170"/>
                  <a:pt x="3110" y="1170"/>
                  <a:pt x="3110" y="1170"/>
                </a:cubicBezTo>
                <a:cubicBezTo>
                  <a:pt x="3285" y="1170"/>
                  <a:pt x="3428" y="1225"/>
                  <a:pt x="3428" y="1294"/>
                </a:cubicBezTo>
                <a:cubicBezTo>
                  <a:pt x="3428" y="1363"/>
                  <a:pt x="3428" y="171"/>
                  <a:pt x="3428" y="171"/>
                </a:cubicBezTo>
                <a:cubicBezTo>
                  <a:pt x="3428" y="77"/>
                  <a:pt x="3252" y="0"/>
                  <a:pt x="3035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  <a:gs pos="50000">
                <a:schemeClr val="accent3">
                  <a:alpha val="100000"/>
                </a:schemeClr>
              </a:gs>
            </a:gsLst>
            <a:lin ang="0" scaled="0"/>
          </a:gradFill>
          <a:ln>
            <a:solidFill>
              <a:schemeClr val="accent3"/>
            </a:solidFill>
          </a:ln>
          <a:effectLst>
            <a:outerShdw blurRad="444500" dist="127000" dir="5400000" algn="t" rotWithShape="0">
              <a:schemeClr val="accent3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91440" bIns="71755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5" name="任意多边形 4"/>
          <p:cNvSpPr/>
          <p:nvPr>
            <p:custDataLst>
              <p:tags r:id="rId18"/>
            </p:custDataLst>
          </p:nvPr>
        </p:nvSpPr>
        <p:spPr bwMode="auto">
          <a:xfrm>
            <a:off x="7569835" y="3978275"/>
            <a:ext cx="253365" cy="113030"/>
          </a:xfrm>
          <a:custGeom>
            <a:avLst/>
            <a:gdLst>
              <a:gd name="T0" fmla="*/ 145 w 381"/>
              <a:gd name="T1" fmla="*/ 0 h 184"/>
              <a:gd name="T2" fmla="*/ 0 w 381"/>
              <a:gd name="T3" fmla="*/ 0 h 184"/>
              <a:gd name="T4" fmla="*/ 0 w 381"/>
              <a:gd name="T5" fmla="*/ 184 h 184"/>
              <a:gd name="T6" fmla="*/ 145 w 381"/>
              <a:gd name="T7" fmla="*/ 184 h 184"/>
              <a:gd name="T8" fmla="*/ 381 w 381"/>
              <a:gd name="T9" fmla="*/ 92 h 184"/>
              <a:gd name="T10" fmla="*/ 145 w 381"/>
              <a:gd name="T11" fmla="*/ 0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1" h="184">
                <a:moveTo>
                  <a:pt x="14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84"/>
                  <a:pt x="0" y="184"/>
                  <a:pt x="0" y="184"/>
                </a:cubicBezTo>
                <a:cubicBezTo>
                  <a:pt x="145" y="184"/>
                  <a:pt x="145" y="184"/>
                  <a:pt x="145" y="184"/>
                </a:cubicBezTo>
                <a:cubicBezTo>
                  <a:pt x="275" y="184"/>
                  <a:pt x="381" y="143"/>
                  <a:pt x="381" y="92"/>
                </a:cubicBezTo>
                <a:cubicBezTo>
                  <a:pt x="381" y="41"/>
                  <a:pt x="275" y="0"/>
                  <a:pt x="145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alpha val="100000"/>
                </a:schemeClr>
              </a:gs>
              <a:gs pos="85000">
                <a:schemeClr val="accent3">
                  <a:lumMod val="75000"/>
                  <a:alpha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>
            <p:custDataLst>
              <p:tags r:id="rId19"/>
            </p:custDataLst>
          </p:nvPr>
        </p:nvSpPr>
        <p:spPr>
          <a:xfrm>
            <a:off x="8128000" y="3625850"/>
            <a:ext cx="3302000" cy="6343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添加正文，文字是您思想的提炼，请简意的阐述您的观点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20"/>
            </p:custDataLst>
          </p:nvPr>
        </p:nvSpPr>
        <p:spPr>
          <a:xfrm>
            <a:off x="8128000" y="3265805"/>
            <a:ext cx="3302000" cy="3232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>
                <a:solidFill>
                  <a:schemeClr val="accent3"/>
                </a:solidFill>
                <a:latin typeface="+mn-ea"/>
                <a:cs typeface="+mn-ea"/>
              </a:rPr>
              <a:t>现状</a:t>
            </a:r>
            <a:r>
              <a:rPr lang="en-US" altLang="zh-CN" sz="1700" b="1">
                <a:solidFill>
                  <a:schemeClr val="accent3"/>
                </a:solidFill>
                <a:latin typeface="+mn-ea"/>
                <a:cs typeface="+mn-ea"/>
              </a:rPr>
              <a:t>3</a:t>
            </a:r>
            <a:r>
              <a:rPr lang="zh-CN" altLang="en-US" sz="1700" b="1">
                <a:solidFill>
                  <a:schemeClr val="accent3"/>
                </a:solidFill>
                <a:latin typeface="+mn-ea"/>
                <a:cs typeface="+mn-ea"/>
              </a:rPr>
              <a:t> 添加项标题</a:t>
            </a:r>
            <a:endParaRPr lang="zh-CN" altLang="en-US" sz="17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28" name="圆角矩形 27"/>
          <p:cNvSpPr/>
          <p:nvPr>
            <p:custDataLst>
              <p:tags r:id="rId21"/>
            </p:custDataLst>
          </p:nvPr>
        </p:nvSpPr>
        <p:spPr>
          <a:xfrm>
            <a:off x="7816850" y="4707890"/>
            <a:ext cx="3766185" cy="1316990"/>
          </a:xfrm>
          <a:prstGeom prst="roundRect">
            <a:avLst/>
          </a:prstGeom>
          <a:solidFill>
            <a:srgbClr val="99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22"/>
            </p:custDataLst>
          </p:nvPr>
        </p:nvSpPr>
        <p:spPr bwMode="auto">
          <a:xfrm>
            <a:off x="6119495" y="5070475"/>
            <a:ext cx="1697355" cy="591185"/>
          </a:xfrm>
          <a:custGeom>
            <a:avLst/>
            <a:gdLst>
              <a:gd name="connsiteX0" fmla="*/ 3035 w 3428"/>
              <a:gd name="connsiteY0" fmla="*/ 0 h 1296"/>
              <a:gd name="connsiteX1" fmla="*/ 2915 w 3428"/>
              <a:gd name="connsiteY1" fmla="*/ 0 h 1296"/>
              <a:gd name="connsiteX2" fmla="*/ 613 w 3428"/>
              <a:gd name="connsiteY2" fmla="*/ 0 h 1296"/>
              <a:gd name="connsiteX3" fmla="*/ 0 w 3428"/>
              <a:gd name="connsiteY3" fmla="*/ 586 h 1296"/>
              <a:gd name="connsiteX4" fmla="*/ 613 w 3428"/>
              <a:gd name="connsiteY4" fmla="*/ 1170 h 1296"/>
              <a:gd name="connsiteX5" fmla="*/ 2915 w 3428"/>
              <a:gd name="connsiteY5" fmla="*/ 1170 h 1296"/>
              <a:gd name="connsiteX6" fmla="*/ 3110 w 3428"/>
              <a:gd name="connsiteY6" fmla="*/ 1170 h 1296"/>
              <a:gd name="connsiteX7" fmla="*/ 3428 w 3428"/>
              <a:gd name="connsiteY7" fmla="*/ 1294 h 1296"/>
              <a:gd name="connsiteX8" fmla="*/ 3428 w 3428"/>
              <a:gd name="connsiteY8" fmla="*/ 171 h 1296"/>
              <a:gd name="connsiteX9" fmla="*/ 3035 w 3428"/>
              <a:gd name="connsiteY9" fmla="*/ 0 h 1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0" t="0" r="r" b="b"/>
            <a:pathLst>
              <a:path w="3428" h="1297">
                <a:moveTo>
                  <a:pt x="3035" y="0"/>
                </a:moveTo>
                <a:cubicBezTo>
                  <a:pt x="2915" y="0"/>
                  <a:pt x="2915" y="0"/>
                  <a:pt x="2915" y="0"/>
                </a:cubicBezTo>
                <a:cubicBezTo>
                  <a:pt x="613" y="0"/>
                  <a:pt x="613" y="0"/>
                  <a:pt x="613" y="0"/>
                </a:cubicBezTo>
                <a:cubicBezTo>
                  <a:pt x="0" y="586"/>
                  <a:pt x="0" y="586"/>
                  <a:pt x="0" y="586"/>
                </a:cubicBezTo>
                <a:cubicBezTo>
                  <a:pt x="613" y="1170"/>
                  <a:pt x="613" y="1170"/>
                  <a:pt x="613" y="1170"/>
                </a:cubicBezTo>
                <a:cubicBezTo>
                  <a:pt x="2915" y="1170"/>
                  <a:pt x="2915" y="1170"/>
                  <a:pt x="2915" y="1170"/>
                </a:cubicBezTo>
                <a:cubicBezTo>
                  <a:pt x="3110" y="1170"/>
                  <a:pt x="3110" y="1170"/>
                  <a:pt x="3110" y="1170"/>
                </a:cubicBezTo>
                <a:cubicBezTo>
                  <a:pt x="3285" y="1170"/>
                  <a:pt x="3428" y="1225"/>
                  <a:pt x="3428" y="1294"/>
                </a:cubicBezTo>
                <a:cubicBezTo>
                  <a:pt x="3428" y="1363"/>
                  <a:pt x="3428" y="171"/>
                  <a:pt x="3428" y="171"/>
                </a:cubicBezTo>
                <a:cubicBezTo>
                  <a:pt x="3428" y="77"/>
                  <a:pt x="3252" y="0"/>
                  <a:pt x="3035" y="0"/>
                </a:cubicBezTo>
                <a:close/>
              </a:path>
            </a:pathLst>
          </a:custGeom>
          <a:solidFill>
            <a:srgbClr val="990000">
              <a:alpha val="53000"/>
            </a:srgbClr>
          </a:solidFill>
          <a:ln>
            <a:solidFill>
              <a:srgbClr val="C00000">
                <a:alpha val="36000"/>
              </a:srgbClr>
            </a:solidFill>
          </a:ln>
          <a:effectLst>
            <a:outerShdw blurRad="444500" dist="127000" dir="5400000" algn="t" rotWithShape="0">
              <a:schemeClr val="accent5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36195" rIns="91440" bIns="71755" numCol="1" spcCol="0" rtlCol="0" fromWordArt="0" anchor="ctr" anchorCtr="0" forceAA="0" compatLnSpc="1">
            <a:norm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05</a:t>
            </a:r>
            <a:endParaRPr lang="en-US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任意多边形 4"/>
          <p:cNvSpPr/>
          <p:nvPr>
            <p:custDataLst>
              <p:tags r:id="rId23"/>
            </p:custDataLst>
          </p:nvPr>
        </p:nvSpPr>
        <p:spPr bwMode="auto">
          <a:xfrm>
            <a:off x="7569835" y="5603875"/>
            <a:ext cx="253365" cy="113030"/>
          </a:xfrm>
          <a:custGeom>
            <a:avLst/>
            <a:gdLst>
              <a:gd name="T0" fmla="*/ 145 w 381"/>
              <a:gd name="T1" fmla="*/ 0 h 184"/>
              <a:gd name="T2" fmla="*/ 0 w 381"/>
              <a:gd name="T3" fmla="*/ 0 h 184"/>
              <a:gd name="T4" fmla="*/ 0 w 381"/>
              <a:gd name="T5" fmla="*/ 184 h 184"/>
              <a:gd name="T6" fmla="*/ 145 w 381"/>
              <a:gd name="T7" fmla="*/ 184 h 184"/>
              <a:gd name="T8" fmla="*/ 381 w 381"/>
              <a:gd name="T9" fmla="*/ 92 h 184"/>
              <a:gd name="T10" fmla="*/ 145 w 381"/>
              <a:gd name="T11" fmla="*/ 0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81" h="184">
                <a:moveTo>
                  <a:pt x="14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84"/>
                  <a:pt x="0" y="184"/>
                  <a:pt x="0" y="184"/>
                </a:cubicBezTo>
                <a:cubicBezTo>
                  <a:pt x="145" y="184"/>
                  <a:pt x="145" y="184"/>
                  <a:pt x="145" y="184"/>
                </a:cubicBezTo>
                <a:cubicBezTo>
                  <a:pt x="275" y="184"/>
                  <a:pt x="381" y="143"/>
                  <a:pt x="381" y="92"/>
                </a:cubicBezTo>
                <a:cubicBezTo>
                  <a:pt x="381" y="41"/>
                  <a:pt x="275" y="0"/>
                  <a:pt x="145" y="0"/>
                </a:cubicBezTo>
                <a:close/>
              </a:path>
            </a:pathLst>
          </a:custGeom>
          <a:solidFill>
            <a:srgbClr val="99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+mj-ea"/>
              <a:ea typeface="+mj-ea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>
            <p:custDataLst>
              <p:tags r:id="rId24"/>
            </p:custDataLst>
          </p:nvPr>
        </p:nvSpPr>
        <p:spPr>
          <a:xfrm>
            <a:off x="8128000" y="5252720"/>
            <a:ext cx="3302000" cy="6343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单击此处添加正文，文字是您思想的提炼，请简意的阐述您的观点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25"/>
            </p:custDataLst>
          </p:nvPr>
        </p:nvSpPr>
        <p:spPr>
          <a:xfrm>
            <a:off x="8128000" y="4892675"/>
            <a:ext cx="3302000" cy="3232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700" b="1">
                <a:solidFill>
                  <a:srgbClr val="C27477"/>
                </a:solidFill>
                <a:latin typeface="+mn-ea"/>
                <a:cs typeface="+mn-ea"/>
              </a:rPr>
              <a:t>现状</a:t>
            </a:r>
            <a:r>
              <a:rPr lang="en-US" altLang="zh-CN" sz="1700" b="1">
                <a:solidFill>
                  <a:srgbClr val="C27477"/>
                </a:solidFill>
                <a:latin typeface="+mn-ea"/>
                <a:cs typeface="+mn-ea"/>
              </a:rPr>
              <a:t>5</a:t>
            </a:r>
            <a:r>
              <a:rPr lang="zh-CN" altLang="en-US" sz="1700" b="1">
                <a:solidFill>
                  <a:srgbClr val="C27477"/>
                </a:solidFill>
                <a:latin typeface="+mn-ea"/>
                <a:cs typeface="+mn-ea"/>
              </a:rPr>
              <a:t> 添加项标题</a:t>
            </a:r>
            <a:endParaRPr lang="zh-CN" altLang="en-US" sz="1700" b="1">
              <a:solidFill>
                <a:srgbClr val="C27477"/>
              </a:solidFill>
              <a:latin typeface="+mn-ea"/>
              <a:cs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现状分析与问题诊断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19" name="文本框 18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现有系统/业务现状梳理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</p:spTree>
    <p:custDataLst>
      <p:tags r:id="rId2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现状分析与问题诊断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2" name="文本框 1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核心问题与风险识别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3" name="对象13"/>
          <p:cNvSpPr/>
          <p:nvPr>
            <p:custDataLst>
              <p:tags r:id="rId1"/>
            </p:custDataLst>
          </p:nvPr>
        </p:nvSpPr>
        <p:spPr>
          <a:xfrm>
            <a:off x="4534869" y="2407503"/>
            <a:ext cx="3112748" cy="2771796"/>
          </a:xfrm>
          <a:custGeom>
            <a:avLst/>
            <a:gdLst>
              <a:gd name="connsiteX0" fmla="*/ 2818 w 4072"/>
              <a:gd name="connsiteY0" fmla="*/ 7 h 3674"/>
              <a:gd name="connsiteX1" fmla="*/ 3244 w 4072"/>
              <a:gd name="connsiteY1" fmla="*/ 262 h 3674"/>
              <a:gd name="connsiteX2" fmla="*/ 4007 w 4072"/>
              <a:gd name="connsiteY2" fmla="*/ 1601 h 3674"/>
              <a:gd name="connsiteX3" fmla="*/ 4007 w 4072"/>
              <a:gd name="connsiteY3" fmla="*/ 2091 h 3674"/>
              <a:gd name="connsiteX4" fmla="*/ 3244 w 4072"/>
              <a:gd name="connsiteY4" fmla="*/ 3430 h 3674"/>
              <a:gd name="connsiteX5" fmla="*/ 2812 w 4072"/>
              <a:gd name="connsiteY5" fmla="*/ 3675 h 3674"/>
              <a:gd name="connsiteX6" fmla="*/ 1271 w 4072"/>
              <a:gd name="connsiteY6" fmla="*/ 3675 h 3674"/>
              <a:gd name="connsiteX7" fmla="*/ 839 w 4072"/>
              <a:gd name="connsiteY7" fmla="*/ 3430 h 3674"/>
              <a:gd name="connsiteX8" fmla="*/ 76 w 4072"/>
              <a:gd name="connsiteY8" fmla="*/ 2091 h 3674"/>
              <a:gd name="connsiteX9" fmla="*/ 76 w 4072"/>
              <a:gd name="connsiteY9" fmla="*/ 1601 h 3674"/>
              <a:gd name="connsiteX10" fmla="*/ 839 w 4072"/>
              <a:gd name="connsiteY10" fmla="*/ 262 h 3674"/>
              <a:gd name="connsiteX11" fmla="*/ 1271 w 4072"/>
              <a:gd name="connsiteY11" fmla="*/ 17 h 3674"/>
              <a:gd name="connsiteX12" fmla="*/ 2818 w 4072"/>
              <a:gd name="connsiteY12" fmla="*/ 7 h 3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072" h="3675">
                <a:moveTo>
                  <a:pt x="2818" y="7"/>
                </a:moveTo>
                <a:cubicBezTo>
                  <a:pt x="2991" y="7"/>
                  <a:pt x="3158" y="118"/>
                  <a:pt x="3244" y="262"/>
                </a:cubicBezTo>
                <a:lnTo>
                  <a:pt x="4007" y="1601"/>
                </a:lnTo>
                <a:cubicBezTo>
                  <a:pt x="4094" y="1745"/>
                  <a:pt x="4094" y="1947"/>
                  <a:pt x="4007" y="2091"/>
                </a:cubicBezTo>
                <a:lnTo>
                  <a:pt x="3244" y="3430"/>
                </a:lnTo>
                <a:cubicBezTo>
                  <a:pt x="3158" y="3588"/>
                  <a:pt x="2985" y="3675"/>
                  <a:pt x="2812" y="3675"/>
                </a:cubicBezTo>
                <a:lnTo>
                  <a:pt x="1271" y="3675"/>
                </a:lnTo>
                <a:cubicBezTo>
                  <a:pt x="1098" y="3675"/>
                  <a:pt x="926" y="3588"/>
                  <a:pt x="839" y="3430"/>
                </a:cubicBezTo>
                <a:lnTo>
                  <a:pt x="76" y="2091"/>
                </a:lnTo>
                <a:cubicBezTo>
                  <a:pt x="-25" y="1947"/>
                  <a:pt x="-25" y="1745"/>
                  <a:pt x="76" y="1601"/>
                </a:cubicBezTo>
                <a:lnTo>
                  <a:pt x="839" y="262"/>
                </a:lnTo>
                <a:cubicBezTo>
                  <a:pt x="926" y="118"/>
                  <a:pt x="1098" y="-55"/>
                  <a:pt x="1271" y="17"/>
                </a:cubicBezTo>
                <a:lnTo>
                  <a:pt x="2818" y="7"/>
                </a:lnTo>
              </a:path>
            </a:pathLst>
          </a:custGeom>
          <a:solidFill>
            <a:srgbClr val="BF1B43">
              <a:alpha val="5000"/>
            </a:srgbClr>
          </a:solidFill>
          <a:ln w="25400">
            <a:noFill/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>
            <a:noAutofit/>
          </a:bodyPr>
          <a:lstStyle/>
          <a:p>
            <a:endParaRPr lang="zh-CN" altLang="en-US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象1"/>
          <p:cNvSpPr/>
          <p:nvPr>
            <p:custDataLst>
              <p:tags r:id="rId2"/>
            </p:custDataLst>
          </p:nvPr>
        </p:nvSpPr>
        <p:spPr>
          <a:xfrm flipH="1">
            <a:off x="1377731" y="1566154"/>
            <a:ext cx="3841003" cy="1360355"/>
          </a:xfrm>
          <a:custGeom>
            <a:avLst/>
            <a:gdLst/>
            <a:ahLst/>
            <a:cxnLst/>
            <a:rect l="l" t="t" r="r" b="b"/>
            <a:pathLst>
              <a:path w="3950208" h="1399032">
                <a:moveTo>
                  <a:pt x="420624" y="54864"/>
                </a:moveTo>
                <a:cubicBezTo>
                  <a:pt x="438912" y="18288"/>
                  <a:pt x="484632" y="0"/>
                  <a:pt x="521208" y="0"/>
                </a:cubicBezTo>
                <a:lnTo>
                  <a:pt x="3950208" y="0"/>
                </a:lnTo>
                <a:lnTo>
                  <a:pt x="3950208" y="1399032"/>
                </a:lnTo>
                <a:lnTo>
                  <a:pt x="521208" y="1399032"/>
                </a:lnTo>
                <a:cubicBezTo>
                  <a:pt x="484632" y="1399032"/>
                  <a:pt x="438912" y="1380744"/>
                  <a:pt x="420624" y="1344168"/>
                </a:cubicBezTo>
                <a:lnTo>
                  <a:pt x="18288" y="768096"/>
                </a:lnTo>
                <a:cubicBezTo>
                  <a:pt x="-9144" y="731520"/>
                  <a:pt x="-9144" y="667512"/>
                  <a:pt x="18288" y="621792"/>
                </a:cubicBezTo>
                <a:lnTo>
                  <a:pt x="420624" y="54864"/>
                </a:lnTo>
              </a:path>
            </a:pathLst>
          </a:custGeom>
          <a:noFill/>
          <a:ln w="12700">
            <a:gradFill>
              <a:gsLst>
                <a:gs pos="0">
                  <a:srgbClr val="BF1B43">
                    <a:lumMod val="40000"/>
                    <a:lumOff val="60000"/>
                    <a:alpha val="60000"/>
                  </a:srgbClr>
                </a:gs>
                <a:gs pos="100000">
                  <a:srgbClr val="BF1B43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lIns="324000" tIns="0" rIns="648000" numCol="1" spcCol="0" rtlCol="0" fromWordArt="0" anchor="ctr" anchorCtr="1" forceAA="0" compatLnSpc="1">
            <a:noAutofit/>
          </a:bodyPr>
          <a:lstStyle/>
          <a:p>
            <a:pPr indent="0" algn="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单击此处添加文本内容，根据需要酌情增减文的字，以便观者理解您传达的思想</a:t>
            </a:r>
            <a:endParaRPr lang="zh-CN" altLang="en-US" sz="16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对象2"/>
          <p:cNvSpPr/>
          <p:nvPr>
            <p:custDataLst>
              <p:tags r:id="rId3"/>
            </p:custDataLst>
          </p:nvPr>
        </p:nvSpPr>
        <p:spPr>
          <a:xfrm flipH="1">
            <a:off x="1377731" y="4738524"/>
            <a:ext cx="3841003" cy="1360355"/>
          </a:xfrm>
          <a:custGeom>
            <a:avLst/>
            <a:gdLst/>
            <a:ahLst/>
            <a:cxnLst/>
            <a:rect l="l" t="t" r="r" b="b"/>
            <a:pathLst>
              <a:path w="3950208" h="1399032">
                <a:moveTo>
                  <a:pt x="420624" y="54864"/>
                </a:moveTo>
                <a:cubicBezTo>
                  <a:pt x="438912" y="18288"/>
                  <a:pt x="484632" y="0"/>
                  <a:pt x="521208" y="0"/>
                </a:cubicBezTo>
                <a:lnTo>
                  <a:pt x="3950208" y="0"/>
                </a:lnTo>
                <a:lnTo>
                  <a:pt x="3950208" y="1399032"/>
                </a:lnTo>
                <a:lnTo>
                  <a:pt x="521208" y="1399032"/>
                </a:lnTo>
                <a:cubicBezTo>
                  <a:pt x="484632" y="1399032"/>
                  <a:pt x="438912" y="1380744"/>
                  <a:pt x="420624" y="1344168"/>
                </a:cubicBezTo>
                <a:lnTo>
                  <a:pt x="18288" y="768096"/>
                </a:lnTo>
                <a:cubicBezTo>
                  <a:pt x="-9144" y="731520"/>
                  <a:pt x="-9144" y="667512"/>
                  <a:pt x="18288" y="621792"/>
                </a:cubicBezTo>
                <a:lnTo>
                  <a:pt x="420624" y="54864"/>
                </a:lnTo>
              </a:path>
            </a:pathLst>
          </a:custGeom>
          <a:noFill/>
          <a:ln w="12700">
            <a:gradFill>
              <a:gsLst>
                <a:gs pos="0">
                  <a:srgbClr val="FABC58">
                    <a:lumMod val="40000"/>
                    <a:lumOff val="60000"/>
                    <a:alpha val="60000"/>
                  </a:srgbClr>
                </a:gs>
                <a:gs pos="100000">
                  <a:srgbClr val="FABC58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lIns="324000" tIns="0" rIns="648000" numCol="1" spcCol="0" rtlCol="0" fromWordArt="0" anchor="ctr" anchorCtr="1" forceAA="0" compatLnSpc="1">
            <a:noAutofit/>
          </a:bodyPr>
          <a:lstStyle/>
          <a:p>
            <a:pPr indent="0" algn="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单击此处添加文本内容，根据需要酌情增减文字，以便观者理解您传达的思想</a:t>
            </a:r>
            <a:endParaRPr lang="zh-CN" altLang="en-US" sz="16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对象3"/>
          <p:cNvSpPr/>
          <p:nvPr>
            <p:custDataLst>
              <p:tags r:id="rId4"/>
            </p:custDataLst>
          </p:nvPr>
        </p:nvSpPr>
        <p:spPr>
          <a:xfrm flipH="1">
            <a:off x="709673" y="3144110"/>
            <a:ext cx="3841003" cy="1360355"/>
          </a:xfrm>
          <a:custGeom>
            <a:avLst/>
            <a:gdLst/>
            <a:ahLst/>
            <a:cxnLst/>
            <a:rect l="l" t="t" r="r" b="b"/>
            <a:pathLst>
              <a:path w="3950208" h="1399032">
                <a:moveTo>
                  <a:pt x="420624" y="54864"/>
                </a:moveTo>
                <a:cubicBezTo>
                  <a:pt x="438912" y="18288"/>
                  <a:pt x="484632" y="0"/>
                  <a:pt x="521208" y="0"/>
                </a:cubicBezTo>
                <a:lnTo>
                  <a:pt x="3950208" y="0"/>
                </a:lnTo>
                <a:lnTo>
                  <a:pt x="3950208" y="1399032"/>
                </a:lnTo>
                <a:lnTo>
                  <a:pt x="521208" y="1399032"/>
                </a:lnTo>
                <a:cubicBezTo>
                  <a:pt x="484632" y="1399032"/>
                  <a:pt x="438912" y="1380744"/>
                  <a:pt x="420624" y="1344168"/>
                </a:cubicBezTo>
                <a:lnTo>
                  <a:pt x="18288" y="768096"/>
                </a:lnTo>
                <a:cubicBezTo>
                  <a:pt x="-9144" y="731520"/>
                  <a:pt x="-9144" y="667512"/>
                  <a:pt x="18288" y="621792"/>
                </a:cubicBezTo>
                <a:lnTo>
                  <a:pt x="420624" y="54864"/>
                </a:lnTo>
              </a:path>
            </a:pathLst>
          </a:custGeom>
          <a:noFill/>
          <a:ln w="12700">
            <a:gradFill>
              <a:gsLst>
                <a:gs pos="0">
                  <a:srgbClr val="343451">
                    <a:lumMod val="40000"/>
                    <a:lumOff val="60000"/>
                    <a:alpha val="60000"/>
                  </a:srgbClr>
                </a:gs>
                <a:gs pos="100000">
                  <a:srgbClr val="343451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lIns="324000" tIns="0" rIns="648000" numCol="1" spcCol="0" rtlCol="0" fromWordArt="0" anchor="ctr" anchorCtr="1" forceAA="0" compatLnSpc="1">
            <a:noAutofit/>
          </a:bodyPr>
          <a:lstStyle/>
          <a:p>
            <a:pPr indent="0" algn="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单击此处添加文本内容，根据需要酌情增减文字，以便观者理解您传达的思想</a:t>
            </a:r>
            <a:endParaRPr lang="zh-CN" altLang="en-US" sz="1600" dirty="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对象4"/>
          <p:cNvSpPr/>
          <p:nvPr>
            <p:custDataLst>
              <p:tags r:id="rId5"/>
            </p:custDataLst>
          </p:nvPr>
        </p:nvSpPr>
        <p:spPr>
          <a:xfrm flipH="1">
            <a:off x="6970302" y="1566154"/>
            <a:ext cx="3841003" cy="1360355"/>
          </a:xfrm>
          <a:custGeom>
            <a:avLst/>
            <a:gdLst/>
            <a:ahLst/>
            <a:cxnLst/>
            <a:rect l="l" t="t" r="r" b="b"/>
            <a:pathLst>
              <a:path w="3950208" h="1399032">
                <a:moveTo>
                  <a:pt x="3529584" y="54864"/>
                </a:moveTo>
                <a:cubicBezTo>
                  <a:pt x="3502152" y="18288"/>
                  <a:pt x="3465576" y="0"/>
                  <a:pt x="3429000" y="0"/>
                </a:cubicBezTo>
                <a:lnTo>
                  <a:pt x="0" y="0"/>
                </a:lnTo>
                <a:lnTo>
                  <a:pt x="0" y="1399032"/>
                </a:lnTo>
                <a:lnTo>
                  <a:pt x="3429000" y="1399032"/>
                </a:lnTo>
                <a:cubicBezTo>
                  <a:pt x="3465576" y="1399032"/>
                  <a:pt x="3502152" y="1380744"/>
                  <a:pt x="3529584" y="1344168"/>
                </a:cubicBezTo>
                <a:lnTo>
                  <a:pt x="3922776" y="768096"/>
                </a:lnTo>
                <a:cubicBezTo>
                  <a:pt x="3959352" y="731520"/>
                  <a:pt x="3959352" y="667512"/>
                  <a:pt x="3922776" y="621792"/>
                </a:cubicBezTo>
                <a:lnTo>
                  <a:pt x="3529584" y="54864"/>
                </a:lnTo>
              </a:path>
            </a:pathLst>
          </a:custGeom>
          <a:noFill/>
          <a:ln w="12700">
            <a:gradFill>
              <a:gsLst>
                <a:gs pos="0">
                  <a:srgbClr val="FABC58">
                    <a:lumMod val="40000"/>
                    <a:lumOff val="60000"/>
                    <a:alpha val="60000"/>
                  </a:srgbClr>
                </a:gs>
                <a:gs pos="100000">
                  <a:srgbClr val="FABC58">
                    <a:lumMod val="20000"/>
                    <a:lumOff val="80000"/>
                    <a:alpha val="0"/>
                  </a:srgbClr>
                </a:gs>
              </a:gsLst>
              <a:lin ang="10800000" scaled="0"/>
            </a:gra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lIns="648000" tIns="0" rIns="323850" numCol="1" spcCol="0" rtlCol="0" fromWordArt="0" anchor="ctr" anchorCtr="1" forceAA="0" compatLnSpc="1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单击此处添加文本内容，根据需要酌情增减文字，以便观者理解您传达的思想</a:t>
            </a:r>
            <a:endParaRPr lang="zh-CN" altLang="en-US" sz="16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对象5"/>
          <p:cNvSpPr/>
          <p:nvPr>
            <p:custDataLst>
              <p:tags r:id="rId6"/>
            </p:custDataLst>
          </p:nvPr>
        </p:nvSpPr>
        <p:spPr>
          <a:xfrm flipH="1">
            <a:off x="6970302" y="4717864"/>
            <a:ext cx="3841003" cy="1360355"/>
          </a:xfrm>
          <a:custGeom>
            <a:avLst/>
            <a:gdLst/>
            <a:ahLst/>
            <a:cxnLst/>
            <a:rect l="l" t="t" r="r" b="b"/>
            <a:pathLst>
              <a:path w="3950208" h="1399032">
                <a:moveTo>
                  <a:pt x="3529584" y="54864"/>
                </a:moveTo>
                <a:cubicBezTo>
                  <a:pt x="3502152" y="18288"/>
                  <a:pt x="3465576" y="0"/>
                  <a:pt x="3429000" y="0"/>
                </a:cubicBezTo>
                <a:lnTo>
                  <a:pt x="0" y="0"/>
                </a:lnTo>
                <a:lnTo>
                  <a:pt x="0" y="1399032"/>
                </a:lnTo>
                <a:lnTo>
                  <a:pt x="3429000" y="1399032"/>
                </a:lnTo>
                <a:cubicBezTo>
                  <a:pt x="3465576" y="1399032"/>
                  <a:pt x="3502152" y="1380744"/>
                  <a:pt x="3529584" y="1344168"/>
                </a:cubicBezTo>
                <a:lnTo>
                  <a:pt x="3922776" y="768096"/>
                </a:lnTo>
                <a:cubicBezTo>
                  <a:pt x="3959352" y="731520"/>
                  <a:pt x="3959352" y="667512"/>
                  <a:pt x="3922776" y="621792"/>
                </a:cubicBezTo>
                <a:lnTo>
                  <a:pt x="3529584" y="54864"/>
                </a:lnTo>
              </a:path>
            </a:pathLst>
          </a:custGeom>
          <a:noFill/>
          <a:ln w="12700">
            <a:gradFill>
              <a:gsLst>
                <a:gs pos="0">
                  <a:srgbClr val="BF1B43">
                    <a:lumMod val="40000"/>
                    <a:lumOff val="60000"/>
                    <a:alpha val="60000"/>
                  </a:srgbClr>
                </a:gs>
                <a:gs pos="100000">
                  <a:srgbClr val="BF1B43">
                    <a:lumMod val="20000"/>
                    <a:lumOff val="80000"/>
                    <a:alpha val="0"/>
                  </a:srgbClr>
                </a:gs>
              </a:gsLst>
              <a:lin ang="10800000" scaled="0"/>
            </a:gra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lIns="648000" tIns="0" rIns="323850" numCol="1" spcCol="0" rtlCol="0" fromWordArt="0" anchor="ctr" anchorCtr="1" forceAA="0" compatLnSpc="1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单击此处添加文本内容，根据需要酌情增减文字，以便观者理解您传达的思想</a:t>
            </a:r>
            <a:endParaRPr lang="zh-CN" altLang="en-US" sz="16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对象6"/>
          <p:cNvSpPr/>
          <p:nvPr>
            <p:custDataLst>
              <p:tags r:id="rId7"/>
            </p:custDataLst>
          </p:nvPr>
        </p:nvSpPr>
        <p:spPr>
          <a:xfrm flipH="1">
            <a:off x="7659430" y="3148469"/>
            <a:ext cx="3841003" cy="1360355"/>
          </a:xfrm>
          <a:custGeom>
            <a:avLst/>
            <a:gdLst/>
            <a:ahLst/>
            <a:cxnLst/>
            <a:rect l="l" t="t" r="r" b="b"/>
            <a:pathLst>
              <a:path w="3950208" h="1399032">
                <a:moveTo>
                  <a:pt x="3529584" y="54864"/>
                </a:moveTo>
                <a:cubicBezTo>
                  <a:pt x="3502152" y="18288"/>
                  <a:pt x="3465576" y="0"/>
                  <a:pt x="3429000" y="0"/>
                </a:cubicBezTo>
                <a:lnTo>
                  <a:pt x="0" y="0"/>
                </a:lnTo>
                <a:lnTo>
                  <a:pt x="0" y="1399032"/>
                </a:lnTo>
                <a:lnTo>
                  <a:pt x="3429000" y="1399032"/>
                </a:lnTo>
                <a:cubicBezTo>
                  <a:pt x="3465576" y="1399032"/>
                  <a:pt x="3502152" y="1380744"/>
                  <a:pt x="3529584" y="1344168"/>
                </a:cubicBezTo>
                <a:lnTo>
                  <a:pt x="3922776" y="768096"/>
                </a:lnTo>
                <a:cubicBezTo>
                  <a:pt x="3959352" y="731520"/>
                  <a:pt x="3959352" y="667512"/>
                  <a:pt x="3922776" y="621792"/>
                </a:cubicBezTo>
                <a:lnTo>
                  <a:pt x="3529584" y="54864"/>
                </a:lnTo>
              </a:path>
            </a:pathLst>
          </a:custGeom>
          <a:noFill/>
          <a:ln w="12700">
            <a:gradFill>
              <a:gsLst>
                <a:gs pos="0">
                  <a:srgbClr val="343451">
                    <a:lumMod val="40000"/>
                    <a:lumOff val="60000"/>
                    <a:alpha val="60000"/>
                  </a:srgbClr>
                </a:gs>
                <a:gs pos="100000">
                  <a:srgbClr val="343451">
                    <a:lumMod val="20000"/>
                    <a:lumOff val="80000"/>
                    <a:alpha val="0"/>
                  </a:srgbClr>
                </a:gs>
              </a:gsLst>
              <a:lin ang="10800000" scaled="0"/>
            </a:gra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vertOverflow="overflow" horzOverflow="overflow" vert="horz" wrap="square" lIns="648000" tIns="0" rIns="323850" numCol="1" spcCol="0" rtlCol="0" fromWordArt="0" anchor="ctr" anchorCtr="1" forceAA="0" compatLnSpc="1">
            <a:noAutofit/>
          </a:bodyPr>
          <a:lstStyle/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  <a:prstDash val="sysDot"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单击此处添加文本内容，根据需要酌情增减文字，以便观者理解您传达的思想</a:t>
            </a:r>
            <a:endParaRPr lang="zh-CN" altLang="en-US" sz="1600">
              <a:ln>
                <a:noFill/>
                <a:prstDash val="sysDot"/>
              </a:ln>
              <a:solidFill>
                <a:sysClr val="windowText" lastClr="000000">
                  <a:lumMod val="85000"/>
                  <a:lumOff val="1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对象7"/>
          <p:cNvSpPr/>
          <p:nvPr>
            <p:custDataLst>
              <p:tags r:id="rId8"/>
            </p:custDataLst>
          </p:nvPr>
        </p:nvSpPr>
        <p:spPr>
          <a:xfrm>
            <a:off x="4904914" y="1995649"/>
            <a:ext cx="635932" cy="635932"/>
          </a:xfrm>
          <a:prstGeom prst="ellipse">
            <a:avLst/>
          </a:prstGeom>
          <a:solidFill>
            <a:srgbClr val="BF1B43"/>
          </a:solidFill>
          <a:ln>
            <a:solidFill>
              <a:srgbClr val="BF1B43">
                <a:alpha val="40000"/>
              </a:srgbClr>
            </a:solidFill>
          </a:ln>
          <a:effectLst/>
        </p:spPr>
        <p:txBody>
          <a:bodyPr wrap="square" lIns="0" tIns="0" rIns="0" bIns="0" anchor="ctr" anchorCtr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en-US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对象7"/>
          <p:cNvSpPr/>
          <p:nvPr>
            <p:custDataLst>
              <p:tags r:id="rId9"/>
            </p:custDataLst>
          </p:nvPr>
        </p:nvSpPr>
        <p:spPr>
          <a:xfrm>
            <a:off x="6624015" y="1995649"/>
            <a:ext cx="635932" cy="635932"/>
          </a:xfrm>
          <a:prstGeom prst="ellipse">
            <a:avLst/>
          </a:prstGeom>
          <a:solidFill>
            <a:srgbClr val="FABC58"/>
          </a:solidFill>
          <a:ln>
            <a:solidFill>
              <a:srgbClr val="FABC58">
                <a:alpha val="40000"/>
              </a:srgbClr>
            </a:solidFill>
          </a:ln>
          <a:effectLst/>
        </p:spPr>
        <p:txBody>
          <a:bodyPr wrap="square" lIns="0" tIns="0" rIns="0" bIns="0" anchor="ctr" anchorCtr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en-US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对象7"/>
          <p:cNvSpPr/>
          <p:nvPr>
            <p:custDataLst>
              <p:tags r:id="rId10"/>
            </p:custDataLst>
          </p:nvPr>
        </p:nvSpPr>
        <p:spPr>
          <a:xfrm>
            <a:off x="4904914" y="4957241"/>
            <a:ext cx="635932" cy="635932"/>
          </a:xfrm>
          <a:prstGeom prst="ellipse">
            <a:avLst/>
          </a:prstGeom>
          <a:solidFill>
            <a:srgbClr val="FABC58"/>
          </a:solidFill>
          <a:ln>
            <a:solidFill>
              <a:srgbClr val="FABC58">
                <a:alpha val="40000"/>
              </a:srgbClr>
            </a:solidFill>
          </a:ln>
          <a:effectLst/>
        </p:spPr>
        <p:txBody>
          <a:bodyPr wrap="square" lIns="0" tIns="0" rIns="0" bIns="0" anchor="ctr" anchorCtr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05</a:t>
            </a:r>
            <a:endParaRPr lang="en-US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对象7"/>
          <p:cNvSpPr/>
          <p:nvPr>
            <p:custDataLst>
              <p:tags r:id="rId11"/>
            </p:custDataLst>
          </p:nvPr>
        </p:nvSpPr>
        <p:spPr>
          <a:xfrm>
            <a:off x="6624015" y="4957241"/>
            <a:ext cx="635932" cy="635932"/>
          </a:xfrm>
          <a:prstGeom prst="ellipse">
            <a:avLst/>
          </a:prstGeom>
          <a:solidFill>
            <a:srgbClr val="BF1B43"/>
          </a:solidFill>
          <a:ln>
            <a:solidFill>
              <a:srgbClr val="BF1B43">
                <a:alpha val="40000"/>
              </a:srgbClr>
            </a:solidFill>
          </a:ln>
          <a:effectLst/>
        </p:spPr>
        <p:txBody>
          <a:bodyPr wrap="square" lIns="0" tIns="0" rIns="0" bIns="0" anchor="ctr" anchorCtr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lang="en-US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对象7"/>
          <p:cNvSpPr/>
          <p:nvPr>
            <p:custDataLst>
              <p:tags r:id="rId12"/>
            </p:custDataLst>
          </p:nvPr>
        </p:nvSpPr>
        <p:spPr>
          <a:xfrm>
            <a:off x="4138234" y="3510681"/>
            <a:ext cx="635932" cy="635932"/>
          </a:xfrm>
          <a:prstGeom prst="ellipse">
            <a:avLst/>
          </a:prstGeom>
          <a:solidFill>
            <a:srgbClr val="343451"/>
          </a:solidFill>
          <a:ln>
            <a:solidFill>
              <a:srgbClr val="343451">
                <a:alpha val="40000"/>
              </a:srgbClr>
            </a:solidFill>
          </a:ln>
          <a:effectLst/>
        </p:spPr>
        <p:txBody>
          <a:bodyPr wrap="square" lIns="0" tIns="0" rIns="0" bIns="0" anchor="ctr" anchorCtr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06</a:t>
            </a:r>
            <a:endParaRPr lang="en-US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对象7"/>
          <p:cNvSpPr/>
          <p:nvPr>
            <p:custDataLst>
              <p:tags r:id="rId13"/>
            </p:custDataLst>
          </p:nvPr>
        </p:nvSpPr>
        <p:spPr>
          <a:xfrm>
            <a:off x="7415009" y="3510681"/>
            <a:ext cx="635932" cy="635932"/>
          </a:xfrm>
          <a:prstGeom prst="ellipse">
            <a:avLst/>
          </a:prstGeom>
          <a:solidFill>
            <a:srgbClr val="343451"/>
          </a:solidFill>
          <a:ln>
            <a:solidFill>
              <a:srgbClr val="343451">
                <a:alpha val="40000"/>
              </a:srgbClr>
            </a:solidFill>
          </a:ln>
          <a:effectLst/>
        </p:spPr>
        <p:txBody>
          <a:bodyPr wrap="square" lIns="0" tIns="0" rIns="0" bIns="0" anchor="ctr" anchorCtr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ysClr val="window" lastClr="FFFFF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en-US" b="1" dirty="0">
              <a:solidFill>
                <a:sysClr val="window" lastClr="FFFFF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任意多边形: 形状 11"/>
          <p:cNvSpPr/>
          <p:nvPr>
            <p:custDataLst>
              <p:tags r:id="rId14"/>
            </p:custDataLst>
          </p:nvPr>
        </p:nvSpPr>
        <p:spPr>
          <a:xfrm>
            <a:off x="4933408" y="2775696"/>
            <a:ext cx="2315670" cy="2035410"/>
          </a:xfrm>
          <a:custGeom>
            <a:avLst/>
            <a:gdLst>
              <a:gd name="connsiteX0" fmla="*/ 15684 w 2306019"/>
              <a:gd name="connsiteY0" fmla="*/ 960560 h 2035410"/>
              <a:gd name="connsiteX1" fmla="*/ 537270 w 2306019"/>
              <a:gd name="connsiteY1" fmla="*/ 57161 h 2035410"/>
              <a:gd name="connsiteX2" fmla="*/ 636258 w 2306019"/>
              <a:gd name="connsiteY2" fmla="*/ 0 h 2035410"/>
              <a:gd name="connsiteX3" fmla="*/ 1679418 w 2306019"/>
              <a:gd name="connsiteY3" fmla="*/ 0 h 2035410"/>
              <a:gd name="connsiteX4" fmla="*/ 1778390 w 2306019"/>
              <a:gd name="connsiteY4" fmla="*/ 57145 h 2035410"/>
              <a:gd name="connsiteX5" fmla="*/ 2299977 w 2306019"/>
              <a:gd name="connsiteY5" fmla="*/ 960544 h 2035410"/>
              <a:gd name="connsiteX6" fmla="*/ 2299986 w 2306019"/>
              <a:gd name="connsiteY6" fmla="*/ 1074850 h 2035410"/>
              <a:gd name="connsiteX7" fmla="*/ 1778399 w 2306019"/>
              <a:gd name="connsiteY7" fmla="*/ 1978249 h 2035410"/>
              <a:gd name="connsiteX8" fmla="*/ 1679411 w 2306019"/>
              <a:gd name="connsiteY8" fmla="*/ 2035410 h 2035410"/>
              <a:gd name="connsiteX9" fmla="*/ 636251 w 2306019"/>
              <a:gd name="connsiteY9" fmla="*/ 2035410 h 2035410"/>
              <a:gd name="connsiteX10" fmla="*/ 537279 w 2306019"/>
              <a:gd name="connsiteY10" fmla="*/ 1978265 h 2035410"/>
              <a:gd name="connsiteX11" fmla="*/ 15693 w 2306019"/>
              <a:gd name="connsiteY11" fmla="*/ 1074866 h 2035410"/>
              <a:gd name="connsiteX12" fmla="*/ 15684 w 2306019"/>
              <a:gd name="connsiteY12" fmla="*/ 960560 h 2035410"/>
              <a:gd name="connsiteX0-1" fmla="*/ 15684 w 2306019"/>
              <a:gd name="connsiteY0-2" fmla="*/ 960560 h 2035410"/>
              <a:gd name="connsiteX1-3" fmla="*/ 537270 w 2306019"/>
              <a:gd name="connsiteY1-4" fmla="*/ 57161 h 2035410"/>
              <a:gd name="connsiteX2-5" fmla="*/ 636258 w 2306019"/>
              <a:gd name="connsiteY2-6" fmla="*/ 0 h 2035410"/>
              <a:gd name="connsiteX3-7" fmla="*/ 1679418 w 2306019"/>
              <a:gd name="connsiteY3-8" fmla="*/ 0 h 2035410"/>
              <a:gd name="connsiteX4-9" fmla="*/ 1778390 w 2306019"/>
              <a:gd name="connsiteY4-10" fmla="*/ 57145 h 2035410"/>
              <a:gd name="connsiteX5-11" fmla="*/ 2299977 w 2306019"/>
              <a:gd name="connsiteY5-12" fmla="*/ 960544 h 2035410"/>
              <a:gd name="connsiteX6-13" fmla="*/ 2299986 w 2306019"/>
              <a:gd name="connsiteY6-14" fmla="*/ 1074850 h 2035410"/>
              <a:gd name="connsiteX7-15" fmla="*/ 1778399 w 2306019"/>
              <a:gd name="connsiteY7-16" fmla="*/ 1978249 h 2035410"/>
              <a:gd name="connsiteX8-17" fmla="*/ 1679411 w 2306019"/>
              <a:gd name="connsiteY8-18" fmla="*/ 2035410 h 2035410"/>
              <a:gd name="connsiteX9-19" fmla="*/ 636251 w 2306019"/>
              <a:gd name="connsiteY9-20" fmla="*/ 2035410 h 2035410"/>
              <a:gd name="connsiteX10-21" fmla="*/ 537279 w 2306019"/>
              <a:gd name="connsiteY10-22" fmla="*/ 1978265 h 2035410"/>
              <a:gd name="connsiteX11-23" fmla="*/ 15693 w 2306019"/>
              <a:gd name="connsiteY11-24" fmla="*/ 1074866 h 2035410"/>
              <a:gd name="connsiteX12-25" fmla="*/ 15684 w 2306019"/>
              <a:gd name="connsiteY12-26" fmla="*/ 960560 h 2035410"/>
              <a:gd name="connsiteX0-27" fmla="*/ 15684 w 2306019"/>
              <a:gd name="connsiteY0-28" fmla="*/ 960560 h 2035410"/>
              <a:gd name="connsiteX1-29" fmla="*/ 537270 w 2306019"/>
              <a:gd name="connsiteY1-30" fmla="*/ 57161 h 2035410"/>
              <a:gd name="connsiteX2-31" fmla="*/ 636258 w 2306019"/>
              <a:gd name="connsiteY2-32" fmla="*/ 0 h 2035410"/>
              <a:gd name="connsiteX3-33" fmla="*/ 1679418 w 2306019"/>
              <a:gd name="connsiteY3-34" fmla="*/ 0 h 2035410"/>
              <a:gd name="connsiteX4-35" fmla="*/ 1778390 w 2306019"/>
              <a:gd name="connsiteY4-36" fmla="*/ 57145 h 2035410"/>
              <a:gd name="connsiteX5-37" fmla="*/ 2299977 w 2306019"/>
              <a:gd name="connsiteY5-38" fmla="*/ 960544 h 2035410"/>
              <a:gd name="connsiteX6-39" fmla="*/ 2299986 w 2306019"/>
              <a:gd name="connsiteY6-40" fmla="*/ 1074850 h 2035410"/>
              <a:gd name="connsiteX7-41" fmla="*/ 1778399 w 2306019"/>
              <a:gd name="connsiteY7-42" fmla="*/ 1978249 h 2035410"/>
              <a:gd name="connsiteX8-43" fmla="*/ 1679411 w 2306019"/>
              <a:gd name="connsiteY8-44" fmla="*/ 2035410 h 2035410"/>
              <a:gd name="connsiteX9-45" fmla="*/ 636251 w 2306019"/>
              <a:gd name="connsiteY9-46" fmla="*/ 2035410 h 2035410"/>
              <a:gd name="connsiteX10-47" fmla="*/ 537279 w 2306019"/>
              <a:gd name="connsiteY10-48" fmla="*/ 1978265 h 2035410"/>
              <a:gd name="connsiteX11-49" fmla="*/ 15693 w 2306019"/>
              <a:gd name="connsiteY11-50" fmla="*/ 1074866 h 2035410"/>
              <a:gd name="connsiteX12-51" fmla="*/ 15684 w 2306019"/>
              <a:gd name="connsiteY12-52" fmla="*/ 960560 h 2035410"/>
              <a:gd name="connsiteX0-53" fmla="*/ 15684 w 2306019"/>
              <a:gd name="connsiteY0-54" fmla="*/ 960560 h 2035410"/>
              <a:gd name="connsiteX1-55" fmla="*/ 537270 w 2306019"/>
              <a:gd name="connsiteY1-56" fmla="*/ 57161 h 2035410"/>
              <a:gd name="connsiteX2-57" fmla="*/ 636258 w 2306019"/>
              <a:gd name="connsiteY2-58" fmla="*/ 0 h 2035410"/>
              <a:gd name="connsiteX3-59" fmla="*/ 1679418 w 2306019"/>
              <a:gd name="connsiteY3-60" fmla="*/ 0 h 2035410"/>
              <a:gd name="connsiteX4-61" fmla="*/ 1778390 w 2306019"/>
              <a:gd name="connsiteY4-62" fmla="*/ 57145 h 2035410"/>
              <a:gd name="connsiteX5-63" fmla="*/ 2299977 w 2306019"/>
              <a:gd name="connsiteY5-64" fmla="*/ 960544 h 2035410"/>
              <a:gd name="connsiteX6-65" fmla="*/ 2299986 w 2306019"/>
              <a:gd name="connsiteY6-66" fmla="*/ 1074850 h 2035410"/>
              <a:gd name="connsiteX7-67" fmla="*/ 1778399 w 2306019"/>
              <a:gd name="connsiteY7-68" fmla="*/ 1978249 h 2035410"/>
              <a:gd name="connsiteX8-69" fmla="*/ 1679411 w 2306019"/>
              <a:gd name="connsiteY8-70" fmla="*/ 2035410 h 2035410"/>
              <a:gd name="connsiteX9-71" fmla="*/ 636251 w 2306019"/>
              <a:gd name="connsiteY9-72" fmla="*/ 2035410 h 2035410"/>
              <a:gd name="connsiteX10-73" fmla="*/ 537279 w 2306019"/>
              <a:gd name="connsiteY10-74" fmla="*/ 1978265 h 2035410"/>
              <a:gd name="connsiteX11-75" fmla="*/ 15693 w 2306019"/>
              <a:gd name="connsiteY11-76" fmla="*/ 1074866 h 2035410"/>
              <a:gd name="connsiteX12-77" fmla="*/ 15684 w 2306019"/>
              <a:gd name="connsiteY12-78" fmla="*/ 960560 h 2035410"/>
              <a:gd name="connsiteX0-79" fmla="*/ 15684 w 2306019"/>
              <a:gd name="connsiteY0-80" fmla="*/ 960560 h 2035410"/>
              <a:gd name="connsiteX1-81" fmla="*/ 537270 w 2306019"/>
              <a:gd name="connsiteY1-82" fmla="*/ 57161 h 2035410"/>
              <a:gd name="connsiteX2-83" fmla="*/ 636258 w 2306019"/>
              <a:gd name="connsiteY2-84" fmla="*/ 0 h 2035410"/>
              <a:gd name="connsiteX3-85" fmla="*/ 1679418 w 2306019"/>
              <a:gd name="connsiteY3-86" fmla="*/ 0 h 2035410"/>
              <a:gd name="connsiteX4-87" fmla="*/ 1778390 w 2306019"/>
              <a:gd name="connsiteY4-88" fmla="*/ 57145 h 2035410"/>
              <a:gd name="connsiteX5-89" fmla="*/ 2299977 w 2306019"/>
              <a:gd name="connsiteY5-90" fmla="*/ 960544 h 2035410"/>
              <a:gd name="connsiteX6-91" fmla="*/ 2299986 w 2306019"/>
              <a:gd name="connsiteY6-92" fmla="*/ 1074850 h 2035410"/>
              <a:gd name="connsiteX7-93" fmla="*/ 1778399 w 2306019"/>
              <a:gd name="connsiteY7-94" fmla="*/ 1978249 h 2035410"/>
              <a:gd name="connsiteX8-95" fmla="*/ 1679411 w 2306019"/>
              <a:gd name="connsiteY8-96" fmla="*/ 2035410 h 2035410"/>
              <a:gd name="connsiteX9-97" fmla="*/ 636251 w 2306019"/>
              <a:gd name="connsiteY9-98" fmla="*/ 2035410 h 2035410"/>
              <a:gd name="connsiteX10-99" fmla="*/ 537279 w 2306019"/>
              <a:gd name="connsiteY10-100" fmla="*/ 1978265 h 2035410"/>
              <a:gd name="connsiteX11-101" fmla="*/ 15693 w 2306019"/>
              <a:gd name="connsiteY11-102" fmla="*/ 1074866 h 2035410"/>
              <a:gd name="connsiteX12-103" fmla="*/ 15684 w 2306019"/>
              <a:gd name="connsiteY12-104" fmla="*/ 960560 h 2035410"/>
              <a:gd name="connsiteX0-105" fmla="*/ 15684 w 2306019"/>
              <a:gd name="connsiteY0-106" fmla="*/ 960560 h 2035410"/>
              <a:gd name="connsiteX1-107" fmla="*/ 537270 w 2306019"/>
              <a:gd name="connsiteY1-108" fmla="*/ 57161 h 2035410"/>
              <a:gd name="connsiteX2-109" fmla="*/ 636258 w 2306019"/>
              <a:gd name="connsiteY2-110" fmla="*/ 0 h 2035410"/>
              <a:gd name="connsiteX3-111" fmla="*/ 1679418 w 2306019"/>
              <a:gd name="connsiteY3-112" fmla="*/ 0 h 2035410"/>
              <a:gd name="connsiteX4-113" fmla="*/ 1778390 w 2306019"/>
              <a:gd name="connsiteY4-114" fmla="*/ 57145 h 2035410"/>
              <a:gd name="connsiteX5-115" fmla="*/ 2299977 w 2306019"/>
              <a:gd name="connsiteY5-116" fmla="*/ 960544 h 2035410"/>
              <a:gd name="connsiteX6-117" fmla="*/ 2299986 w 2306019"/>
              <a:gd name="connsiteY6-118" fmla="*/ 1074850 h 2035410"/>
              <a:gd name="connsiteX7-119" fmla="*/ 1778399 w 2306019"/>
              <a:gd name="connsiteY7-120" fmla="*/ 1978249 h 2035410"/>
              <a:gd name="connsiteX8-121" fmla="*/ 1679411 w 2306019"/>
              <a:gd name="connsiteY8-122" fmla="*/ 2035410 h 2035410"/>
              <a:gd name="connsiteX9-123" fmla="*/ 636251 w 2306019"/>
              <a:gd name="connsiteY9-124" fmla="*/ 2035410 h 2035410"/>
              <a:gd name="connsiteX10-125" fmla="*/ 537279 w 2306019"/>
              <a:gd name="connsiteY10-126" fmla="*/ 1978265 h 2035410"/>
              <a:gd name="connsiteX11-127" fmla="*/ 15693 w 2306019"/>
              <a:gd name="connsiteY11-128" fmla="*/ 1074866 h 2035410"/>
              <a:gd name="connsiteX12-129" fmla="*/ 15684 w 2306019"/>
              <a:gd name="connsiteY12-130" fmla="*/ 960560 h 2035410"/>
              <a:gd name="connsiteX0-131" fmla="*/ 15684 w 2306019"/>
              <a:gd name="connsiteY0-132" fmla="*/ 960560 h 2035410"/>
              <a:gd name="connsiteX1-133" fmla="*/ 537270 w 2306019"/>
              <a:gd name="connsiteY1-134" fmla="*/ 57161 h 2035410"/>
              <a:gd name="connsiteX2-135" fmla="*/ 636258 w 2306019"/>
              <a:gd name="connsiteY2-136" fmla="*/ 0 h 2035410"/>
              <a:gd name="connsiteX3-137" fmla="*/ 1679418 w 2306019"/>
              <a:gd name="connsiteY3-138" fmla="*/ 0 h 2035410"/>
              <a:gd name="connsiteX4-139" fmla="*/ 1778390 w 2306019"/>
              <a:gd name="connsiteY4-140" fmla="*/ 57145 h 2035410"/>
              <a:gd name="connsiteX5-141" fmla="*/ 2299977 w 2306019"/>
              <a:gd name="connsiteY5-142" fmla="*/ 960544 h 2035410"/>
              <a:gd name="connsiteX6-143" fmla="*/ 2299986 w 2306019"/>
              <a:gd name="connsiteY6-144" fmla="*/ 1074850 h 2035410"/>
              <a:gd name="connsiteX7-145" fmla="*/ 1778399 w 2306019"/>
              <a:gd name="connsiteY7-146" fmla="*/ 1978249 h 2035410"/>
              <a:gd name="connsiteX8-147" fmla="*/ 1679411 w 2306019"/>
              <a:gd name="connsiteY8-148" fmla="*/ 2035410 h 2035410"/>
              <a:gd name="connsiteX9-149" fmla="*/ 636251 w 2306019"/>
              <a:gd name="connsiteY9-150" fmla="*/ 2035410 h 2035410"/>
              <a:gd name="connsiteX10-151" fmla="*/ 537279 w 2306019"/>
              <a:gd name="connsiteY10-152" fmla="*/ 1978265 h 2035410"/>
              <a:gd name="connsiteX11-153" fmla="*/ 15693 w 2306019"/>
              <a:gd name="connsiteY11-154" fmla="*/ 1074866 h 2035410"/>
              <a:gd name="connsiteX12-155" fmla="*/ 15684 w 2306019"/>
              <a:gd name="connsiteY12-156" fmla="*/ 960560 h 2035410"/>
              <a:gd name="connsiteX0-157" fmla="*/ 15684 w 2306019"/>
              <a:gd name="connsiteY0-158" fmla="*/ 960560 h 2035410"/>
              <a:gd name="connsiteX1-159" fmla="*/ 537270 w 2306019"/>
              <a:gd name="connsiteY1-160" fmla="*/ 57161 h 2035410"/>
              <a:gd name="connsiteX2-161" fmla="*/ 636258 w 2306019"/>
              <a:gd name="connsiteY2-162" fmla="*/ 0 h 2035410"/>
              <a:gd name="connsiteX3-163" fmla="*/ 1679418 w 2306019"/>
              <a:gd name="connsiteY3-164" fmla="*/ 0 h 2035410"/>
              <a:gd name="connsiteX4-165" fmla="*/ 1778390 w 2306019"/>
              <a:gd name="connsiteY4-166" fmla="*/ 57145 h 2035410"/>
              <a:gd name="connsiteX5-167" fmla="*/ 2299977 w 2306019"/>
              <a:gd name="connsiteY5-168" fmla="*/ 960544 h 2035410"/>
              <a:gd name="connsiteX6-169" fmla="*/ 2299986 w 2306019"/>
              <a:gd name="connsiteY6-170" fmla="*/ 1074850 h 2035410"/>
              <a:gd name="connsiteX7-171" fmla="*/ 1778399 w 2306019"/>
              <a:gd name="connsiteY7-172" fmla="*/ 1978249 h 2035410"/>
              <a:gd name="connsiteX8-173" fmla="*/ 1679411 w 2306019"/>
              <a:gd name="connsiteY8-174" fmla="*/ 2035410 h 2035410"/>
              <a:gd name="connsiteX9-175" fmla="*/ 636251 w 2306019"/>
              <a:gd name="connsiteY9-176" fmla="*/ 2035410 h 2035410"/>
              <a:gd name="connsiteX10-177" fmla="*/ 537279 w 2306019"/>
              <a:gd name="connsiteY10-178" fmla="*/ 1978265 h 2035410"/>
              <a:gd name="connsiteX11-179" fmla="*/ 15693 w 2306019"/>
              <a:gd name="connsiteY11-180" fmla="*/ 1074866 h 2035410"/>
              <a:gd name="connsiteX12-181" fmla="*/ 15684 w 2306019"/>
              <a:gd name="connsiteY12-182" fmla="*/ 960560 h 2035410"/>
              <a:gd name="connsiteX0-183" fmla="*/ 15684 w 2306019"/>
              <a:gd name="connsiteY0-184" fmla="*/ 960560 h 2035410"/>
              <a:gd name="connsiteX1-185" fmla="*/ 537270 w 2306019"/>
              <a:gd name="connsiteY1-186" fmla="*/ 57161 h 2035410"/>
              <a:gd name="connsiteX2-187" fmla="*/ 636258 w 2306019"/>
              <a:gd name="connsiteY2-188" fmla="*/ 0 h 2035410"/>
              <a:gd name="connsiteX3-189" fmla="*/ 1679418 w 2306019"/>
              <a:gd name="connsiteY3-190" fmla="*/ 0 h 2035410"/>
              <a:gd name="connsiteX4-191" fmla="*/ 1778390 w 2306019"/>
              <a:gd name="connsiteY4-192" fmla="*/ 57145 h 2035410"/>
              <a:gd name="connsiteX5-193" fmla="*/ 2299977 w 2306019"/>
              <a:gd name="connsiteY5-194" fmla="*/ 960544 h 2035410"/>
              <a:gd name="connsiteX6-195" fmla="*/ 2299986 w 2306019"/>
              <a:gd name="connsiteY6-196" fmla="*/ 1074850 h 2035410"/>
              <a:gd name="connsiteX7-197" fmla="*/ 1778399 w 2306019"/>
              <a:gd name="connsiteY7-198" fmla="*/ 1978249 h 2035410"/>
              <a:gd name="connsiteX8-199" fmla="*/ 1679411 w 2306019"/>
              <a:gd name="connsiteY8-200" fmla="*/ 2035410 h 2035410"/>
              <a:gd name="connsiteX9-201" fmla="*/ 636251 w 2306019"/>
              <a:gd name="connsiteY9-202" fmla="*/ 2035410 h 2035410"/>
              <a:gd name="connsiteX10-203" fmla="*/ 537279 w 2306019"/>
              <a:gd name="connsiteY10-204" fmla="*/ 1978265 h 2035410"/>
              <a:gd name="connsiteX11-205" fmla="*/ 15693 w 2306019"/>
              <a:gd name="connsiteY11-206" fmla="*/ 1074866 h 2035410"/>
              <a:gd name="connsiteX12-207" fmla="*/ 15684 w 2306019"/>
              <a:gd name="connsiteY12-208" fmla="*/ 960560 h 2035410"/>
              <a:gd name="connsiteX0-209" fmla="*/ 15684 w 2306019"/>
              <a:gd name="connsiteY0-210" fmla="*/ 960560 h 2035410"/>
              <a:gd name="connsiteX1-211" fmla="*/ 537270 w 2306019"/>
              <a:gd name="connsiteY1-212" fmla="*/ 57161 h 2035410"/>
              <a:gd name="connsiteX2-213" fmla="*/ 636258 w 2306019"/>
              <a:gd name="connsiteY2-214" fmla="*/ 0 h 2035410"/>
              <a:gd name="connsiteX3-215" fmla="*/ 1679418 w 2306019"/>
              <a:gd name="connsiteY3-216" fmla="*/ 0 h 2035410"/>
              <a:gd name="connsiteX4-217" fmla="*/ 1778390 w 2306019"/>
              <a:gd name="connsiteY4-218" fmla="*/ 57145 h 2035410"/>
              <a:gd name="connsiteX5-219" fmla="*/ 2299977 w 2306019"/>
              <a:gd name="connsiteY5-220" fmla="*/ 960544 h 2035410"/>
              <a:gd name="connsiteX6-221" fmla="*/ 2299986 w 2306019"/>
              <a:gd name="connsiteY6-222" fmla="*/ 1074850 h 2035410"/>
              <a:gd name="connsiteX7-223" fmla="*/ 1778399 w 2306019"/>
              <a:gd name="connsiteY7-224" fmla="*/ 1978249 h 2035410"/>
              <a:gd name="connsiteX8-225" fmla="*/ 1679411 w 2306019"/>
              <a:gd name="connsiteY8-226" fmla="*/ 2035410 h 2035410"/>
              <a:gd name="connsiteX9-227" fmla="*/ 636251 w 2306019"/>
              <a:gd name="connsiteY9-228" fmla="*/ 2035410 h 2035410"/>
              <a:gd name="connsiteX10-229" fmla="*/ 537279 w 2306019"/>
              <a:gd name="connsiteY10-230" fmla="*/ 1978265 h 2035410"/>
              <a:gd name="connsiteX11-231" fmla="*/ 15693 w 2306019"/>
              <a:gd name="connsiteY11-232" fmla="*/ 1074866 h 2035410"/>
              <a:gd name="connsiteX12-233" fmla="*/ 15684 w 2306019"/>
              <a:gd name="connsiteY12-234" fmla="*/ 960560 h 2035410"/>
              <a:gd name="connsiteX0-235" fmla="*/ 15684 w 2306016"/>
              <a:gd name="connsiteY0-236" fmla="*/ 960560 h 2035410"/>
              <a:gd name="connsiteX1-237" fmla="*/ 537270 w 2306016"/>
              <a:gd name="connsiteY1-238" fmla="*/ 57161 h 2035410"/>
              <a:gd name="connsiteX2-239" fmla="*/ 636258 w 2306016"/>
              <a:gd name="connsiteY2-240" fmla="*/ 0 h 2035410"/>
              <a:gd name="connsiteX3-241" fmla="*/ 1679418 w 2306016"/>
              <a:gd name="connsiteY3-242" fmla="*/ 0 h 2035410"/>
              <a:gd name="connsiteX4-243" fmla="*/ 1778390 w 2306016"/>
              <a:gd name="connsiteY4-244" fmla="*/ 57145 h 2035410"/>
              <a:gd name="connsiteX5-245" fmla="*/ 2299977 w 2306016"/>
              <a:gd name="connsiteY5-246" fmla="*/ 960544 h 2035410"/>
              <a:gd name="connsiteX6-247" fmla="*/ 2299986 w 2306016"/>
              <a:gd name="connsiteY6-248" fmla="*/ 1074850 h 2035410"/>
              <a:gd name="connsiteX7-249" fmla="*/ 1778399 w 2306016"/>
              <a:gd name="connsiteY7-250" fmla="*/ 1978249 h 2035410"/>
              <a:gd name="connsiteX8-251" fmla="*/ 1679411 w 2306016"/>
              <a:gd name="connsiteY8-252" fmla="*/ 2035410 h 2035410"/>
              <a:gd name="connsiteX9-253" fmla="*/ 636251 w 2306016"/>
              <a:gd name="connsiteY9-254" fmla="*/ 2035410 h 2035410"/>
              <a:gd name="connsiteX10-255" fmla="*/ 537279 w 2306016"/>
              <a:gd name="connsiteY10-256" fmla="*/ 1978265 h 2035410"/>
              <a:gd name="connsiteX11-257" fmla="*/ 15693 w 2306016"/>
              <a:gd name="connsiteY11-258" fmla="*/ 1074866 h 2035410"/>
              <a:gd name="connsiteX12-259" fmla="*/ 15684 w 2306016"/>
              <a:gd name="connsiteY12-260" fmla="*/ 960560 h 2035410"/>
              <a:gd name="connsiteX0-261" fmla="*/ 15684 w 2315670"/>
              <a:gd name="connsiteY0-262" fmla="*/ 960560 h 2035410"/>
              <a:gd name="connsiteX1-263" fmla="*/ 537270 w 2315670"/>
              <a:gd name="connsiteY1-264" fmla="*/ 57161 h 2035410"/>
              <a:gd name="connsiteX2-265" fmla="*/ 636258 w 2315670"/>
              <a:gd name="connsiteY2-266" fmla="*/ 0 h 2035410"/>
              <a:gd name="connsiteX3-267" fmla="*/ 1679418 w 2315670"/>
              <a:gd name="connsiteY3-268" fmla="*/ 0 h 2035410"/>
              <a:gd name="connsiteX4-269" fmla="*/ 1778390 w 2315670"/>
              <a:gd name="connsiteY4-270" fmla="*/ 57145 h 2035410"/>
              <a:gd name="connsiteX5-271" fmla="*/ 2299977 w 2315670"/>
              <a:gd name="connsiteY5-272" fmla="*/ 960544 h 2035410"/>
              <a:gd name="connsiteX6-273" fmla="*/ 2299986 w 2315670"/>
              <a:gd name="connsiteY6-274" fmla="*/ 1074850 h 2035410"/>
              <a:gd name="connsiteX7-275" fmla="*/ 1778399 w 2315670"/>
              <a:gd name="connsiteY7-276" fmla="*/ 1978249 h 2035410"/>
              <a:gd name="connsiteX8-277" fmla="*/ 1679411 w 2315670"/>
              <a:gd name="connsiteY8-278" fmla="*/ 2035410 h 2035410"/>
              <a:gd name="connsiteX9-279" fmla="*/ 636251 w 2315670"/>
              <a:gd name="connsiteY9-280" fmla="*/ 2035410 h 2035410"/>
              <a:gd name="connsiteX10-281" fmla="*/ 537279 w 2315670"/>
              <a:gd name="connsiteY10-282" fmla="*/ 1978265 h 2035410"/>
              <a:gd name="connsiteX11-283" fmla="*/ 15693 w 2315670"/>
              <a:gd name="connsiteY11-284" fmla="*/ 1074866 h 2035410"/>
              <a:gd name="connsiteX12-285" fmla="*/ 15684 w 2315670"/>
              <a:gd name="connsiteY12-286" fmla="*/ 960560 h 2035410"/>
              <a:gd name="connsiteX0-287" fmla="*/ 15684 w 2315670"/>
              <a:gd name="connsiteY0-288" fmla="*/ 960560 h 2035410"/>
              <a:gd name="connsiteX1-289" fmla="*/ 537270 w 2315670"/>
              <a:gd name="connsiteY1-290" fmla="*/ 57161 h 2035410"/>
              <a:gd name="connsiteX2-291" fmla="*/ 636258 w 2315670"/>
              <a:gd name="connsiteY2-292" fmla="*/ 0 h 2035410"/>
              <a:gd name="connsiteX3-293" fmla="*/ 1679418 w 2315670"/>
              <a:gd name="connsiteY3-294" fmla="*/ 0 h 2035410"/>
              <a:gd name="connsiteX4-295" fmla="*/ 1778390 w 2315670"/>
              <a:gd name="connsiteY4-296" fmla="*/ 57145 h 2035410"/>
              <a:gd name="connsiteX5-297" fmla="*/ 2299977 w 2315670"/>
              <a:gd name="connsiteY5-298" fmla="*/ 960544 h 2035410"/>
              <a:gd name="connsiteX6-299" fmla="*/ 2299986 w 2315670"/>
              <a:gd name="connsiteY6-300" fmla="*/ 1074850 h 2035410"/>
              <a:gd name="connsiteX7-301" fmla="*/ 1778399 w 2315670"/>
              <a:gd name="connsiteY7-302" fmla="*/ 1978249 h 2035410"/>
              <a:gd name="connsiteX8-303" fmla="*/ 1679411 w 2315670"/>
              <a:gd name="connsiteY8-304" fmla="*/ 2035410 h 2035410"/>
              <a:gd name="connsiteX9-305" fmla="*/ 636251 w 2315670"/>
              <a:gd name="connsiteY9-306" fmla="*/ 2035410 h 2035410"/>
              <a:gd name="connsiteX10-307" fmla="*/ 537279 w 2315670"/>
              <a:gd name="connsiteY10-308" fmla="*/ 1978265 h 2035410"/>
              <a:gd name="connsiteX11-309" fmla="*/ 15693 w 2315670"/>
              <a:gd name="connsiteY11-310" fmla="*/ 1074866 h 2035410"/>
              <a:gd name="connsiteX12-311" fmla="*/ 15684 w 2315670"/>
              <a:gd name="connsiteY12-312" fmla="*/ 960560 h 2035410"/>
              <a:gd name="connsiteX0-313" fmla="*/ 15684 w 2315670"/>
              <a:gd name="connsiteY0-314" fmla="*/ 960560 h 2035410"/>
              <a:gd name="connsiteX1-315" fmla="*/ 537270 w 2315670"/>
              <a:gd name="connsiteY1-316" fmla="*/ 57161 h 2035410"/>
              <a:gd name="connsiteX2-317" fmla="*/ 636258 w 2315670"/>
              <a:gd name="connsiteY2-318" fmla="*/ 0 h 2035410"/>
              <a:gd name="connsiteX3-319" fmla="*/ 1679418 w 2315670"/>
              <a:gd name="connsiteY3-320" fmla="*/ 0 h 2035410"/>
              <a:gd name="connsiteX4-321" fmla="*/ 1778390 w 2315670"/>
              <a:gd name="connsiteY4-322" fmla="*/ 57145 h 2035410"/>
              <a:gd name="connsiteX5-323" fmla="*/ 2299977 w 2315670"/>
              <a:gd name="connsiteY5-324" fmla="*/ 960544 h 2035410"/>
              <a:gd name="connsiteX6-325" fmla="*/ 2299986 w 2315670"/>
              <a:gd name="connsiteY6-326" fmla="*/ 1074850 h 2035410"/>
              <a:gd name="connsiteX7-327" fmla="*/ 1778399 w 2315670"/>
              <a:gd name="connsiteY7-328" fmla="*/ 1978249 h 2035410"/>
              <a:gd name="connsiteX8-329" fmla="*/ 1679411 w 2315670"/>
              <a:gd name="connsiteY8-330" fmla="*/ 2035410 h 2035410"/>
              <a:gd name="connsiteX9-331" fmla="*/ 636251 w 2315670"/>
              <a:gd name="connsiteY9-332" fmla="*/ 2035410 h 2035410"/>
              <a:gd name="connsiteX10-333" fmla="*/ 537279 w 2315670"/>
              <a:gd name="connsiteY10-334" fmla="*/ 1978265 h 2035410"/>
              <a:gd name="connsiteX11-335" fmla="*/ 15693 w 2315670"/>
              <a:gd name="connsiteY11-336" fmla="*/ 1074866 h 2035410"/>
              <a:gd name="connsiteX12-337" fmla="*/ 15684 w 2315670"/>
              <a:gd name="connsiteY12-338" fmla="*/ 960560 h 2035410"/>
              <a:gd name="connsiteX0-339" fmla="*/ 15684 w 2315670"/>
              <a:gd name="connsiteY0-340" fmla="*/ 960560 h 2035410"/>
              <a:gd name="connsiteX1-341" fmla="*/ 537270 w 2315670"/>
              <a:gd name="connsiteY1-342" fmla="*/ 57161 h 2035410"/>
              <a:gd name="connsiteX2-343" fmla="*/ 636258 w 2315670"/>
              <a:gd name="connsiteY2-344" fmla="*/ 0 h 2035410"/>
              <a:gd name="connsiteX3-345" fmla="*/ 1679418 w 2315670"/>
              <a:gd name="connsiteY3-346" fmla="*/ 0 h 2035410"/>
              <a:gd name="connsiteX4-347" fmla="*/ 1778390 w 2315670"/>
              <a:gd name="connsiteY4-348" fmla="*/ 57145 h 2035410"/>
              <a:gd name="connsiteX5-349" fmla="*/ 2299977 w 2315670"/>
              <a:gd name="connsiteY5-350" fmla="*/ 960544 h 2035410"/>
              <a:gd name="connsiteX6-351" fmla="*/ 2299986 w 2315670"/>
              <a:gd name="connsiteY6-352" fmla="*/ 1074850 h 2035410"/>
              <a:gd name="connsiteX7-353" fmla="*/ 1778399 w 2315670"/>
              <a:gd name="connsiteY7-354" fmla="*/ 1978249 h 2035410"/>
              <a:gd name="connsiteX8-355" fmla="*/ 1679411 w 2315670"/>
              <a:gd name="connsiteY8-356" fmla="*/ 2035410 h 2035410"/>
              <a:gd name="connsiteX9-357" fmla="*/ 636251 w 2315670"/>
              <a:gd name="connsiteY9-358" fmla="*/ 2035410 h 2035410"/>
              <a:gd name="connsiteX10-359" fmla="*/ 537279 w 2315670"/>
              <a:gd name="connsiteY10-360" fmla="*/ 1978265 h 2035410"/>
              <a:gd name="connsiteX11-361" fmla="*/ 15693 w 2315670"/>
              <a:gd name="connsiteY11-362" fmla="*/ 1074866 h 2035410"/>
              <a:gd name="connsiteX12-363" fmla="*/ 15684 w 2315670"/>
              <a:gd name="connsiteY12-364" fmla="*/ 960560 h 2035410"/>
              <a:gd name="connsiteX0-365" fmla="*/ 15684 w 2315670"/>
              <a:gd name="connsiteY0-366" fmla="*/ 960560 h 2035410"/>
              <a:gd name="connsiteX1-367" fmla="*/ 537270 w 2315670"/>
              <a:gd name="connsiteY1-368" fmla="*/ 57161 h 2035410"/>
              <a:gd name="connsiteX2-369" fmla="*/ 636258 w 2315670"/>
              <a:gd name="connsiteY2-370" fmla="*/ 0 h 2035410"/>
              <a:gd name="connsiteX3-371" fmla="*/ 1679418 w 2315670"/>
              <a:gd name="connsiteY3-372" fmla="*/ 0 h 2035410"/>
              <a:gd name="connsiteX4-373" fmla="*/ 1778390 w 2315670"/>
              <a:gd name="connsiteY4-374" fmla="*/ 57145 h 2035410"/>
              <a:gd name="connsiteX5-375" fmla="*/ 2299977 w 2315670"/>
              <a:gd name="connsiteY5-376" fmla="*/ 960544 h 2035410"/>
              <a:gd name="connsiteX6-377" fmla="*/ 2299986 w 2315670"/>
              <a:gd name="connsiteY6-378" fmla="*/ 1074850 h 2035410"/>
              <a:gd name="connsiteX7-379" fmla="*/ 1778399 w 2315670"/>
              <a:gd name="connsiteY7-380" fmla="*/ 1978249 h 2035410"/>
              <a:gd name="connsiteX8-381" fmla="*/ 1679411 w 2315670"/>
              <a:gd name="connsiteY8-382" fmla="*/ 2035410 h 2035410"/>
              <a:gd name="connsiteX9-383" fmla="*/ 636251 w 2315670"/>
              <a:gd name="connsiteY9-384" fmla="*/ 2035410 h 2035410"/>
              <a:gd name="connsiteX10-385" fmla="*/ 537279 w 2315670"/>
              <a:gd name="connsiteY10-386" fmla="*/ 1978265 h 2035410"/>
              <a:gd name="connsiteX11-387" fmla="*/ 15693 w 2315670"/>
              <a:gd name="connsiteY11-388" fmla="*/ 1074866 h 2035410"/>
              <a:gd name="connsiteX12-389" fmla="*/ 15684 w 2315670"/>
              <a:gd name="connsiteY12-390" fmla="*/ 960560 h 2035410"/>
              <a:gd name="connsiteX0-391" fmla="*/ 15684 w 2315670"/>
              <a:gd name="connsiteY0-392" fmla="*/ 960560 h 2035410"/>
              <a:gd name="connsiteX1-393" fmla="*/ 537270 w 2315670"/>
              <a:gd name="connsiteY1-394" fmla="*/ 57161 h 2035410"/>
              <a:gd name="connsiteX2-395" fmla="*/ 636258 w 2315670"/>
              <a:gd name="connsiteY2-396" fmla="*/ 0 h 2035410"/>
              <a:gd name="connsiteX3-397" fmla="*/ 1679418 w 2315670"/>
              <a:gd name="connsiteY3-398" fmla="*/ 0 h 2035410"/>
              <a:gd name="connsiteX4-399" fmla="*/ 1778390 w 2315670"/>
              <a:gd name="connsiteY4-400" fmla="*/ 57145 h 2035410"/>
              <a:gd name="connsiteX5-401" fmla="*/ 2299977 w 2315670"/>
              <a:gd name="connsiteY5-402" fmla="*/ 960544 h 2035410"/>
              <a:gd name="connsiteX6-403" fmla="*/ 2299986 w 2315670"/>
              <a:gd name="connsiteY6-404" fmla="*/ 1074850 h 2035410"/>
              <a:gd name="connsiteX7-405" fmla="*/ 1778399 w 2315670"/>
              <a:gd name="connsiteY7-406" fmla="*/ 1978249 h 2035410"/>
              <a:gd name="connsiteX8-407" fmla="*/ 1679411 w 2315670"/>
              <a:gd name="connsiteY8-408" fmla="*/ 2035410 h 2035410"/>
              <a:gd name="connsiteX9-409" fmla="*/ 636251 w 2315670"/>
              <a:gd name="connsiteY9-410" fmla="*/ 2035410 h 2035410"/>
              <a:gd name="connsiteX10-411" fmla="*/ 537279 w 2315670"/>
              <a:gd name="connsiteY10-412" fmla="*/ 1978265 h 2035410"/>
              <a:gd name="connsiteX11-413" fmla="*/ 15693 w 2315670"/>
              <a:gd name="connsiteY11-414" fmla="*/ 1074866 h 2035410"/>
              <a:gd name="connsiteX12-415" fmla="*/ 15684 w 2315670"/>
              <a:gd name="connsiteY12-416" fmla="*/ 960560 h 2035410"/>
              <a:gd name="connsiteX0-417" fmla="*/ 15684 w 2315670"/>
              <a:gd name="connsiteY0-418" fmla="*/ 960560 h 2035410"/>
              <a:gd name="connsiteX1-419" fmla="*/ 537270 w 2315670"/>
              <a:gd name="connsiteY1-420" fmla="*/ 57161 h 2035410"/>
              <a:gd name="connsiteX2-421" fmla="*/ 636258 w 2315670"/>
              <a:gd name="connsiteY2-422" fmla="*/ 0 h 2035410"/>
              <a:gd name="connsiteX3-423" fmla="*/ 1679418 w 2315670"/>
              <a:gd name="connsiteY3-424" fmla="*/ 0 h 2035410"/>
              <a:gd name="connsiteX4-425" fmla="*/ 1778390 w 2315670"/>
              <a:gd name="connsiteY4-426" fmla="*/ 57145 h 2035410"/>
              <a:gd name="connsiteX5-427" fmla="*/ 2299977 w 2315670"/>
              <a:gd name="connsiteY5-428" fmla="*/ 960544 h 2035410"/>
              <a:gd name="connsiteX6-429" fmla="*/ 2299986 w 2315670"/>
              <a:gd name="connsiteY6-430" fmla="*/ 1074850 h 2035410"/>
              <a:gd name="connsiteX7-431" fmla="*/ 1778399 w 2315670"/>
              <a:gd name="connsiteY7-432" fmla="*/ 1978249 h 2035410"/>
              <a:gd name="connsiteX8-433" fmla="*/ 1679411 w 2315670"/>
              <a:gd name="connsiteY8-434" fmla="*/ 2035410 h 2035410"/>
              <a:gd name="connsiteX9-435" fmla="*/ 636251 w 2315670"/>
              <a:gd name="connsiteY9-436" fmla="*/ 2035410 h 2035410"/>
              <a:gd name="connsiteX10-437" fmla="*/ 537279 w 2315670"/>
              <a:gd name="connsiteY10-438" fmla="*/ 1978265 h 2035410"/>
              <a:gd name="connsiteX11-439" fmla="*/ 15693 w 2315670"/>
              <a:gd name="connsiteY11-440" fmla="*/ 1074866 h 2035410"/>
              <a:gd name="connsiteX12-441" fmla="*/ 15684 w 2315670"/>
              <a:gd name="connsiteY12-442" fmla="*/ 960560 h 2035410"/>
              <a:gd name="connsiteX0-443" fmla="*/ 15684 w 2315670"/>
              <a:gd name="connsiteY0-444" fmla="*/ 960560 h 2035410"/>
              <a:gd name="connsiteX1-445" fmla="*/ 537270 w 2315670"/>
              <a:gd name="connsiteY1-446" fmla="*/ 57161 h 2035410"/>
              <a:gd name="connsiteX2-447" fmla="*/ 636258 w 2315670"/>
              <a:gd name="connsiteY2-448" fmla="*/ 0 h 2035410"/>
              <a:gd name="connsiteX3-449" fmla="*/ 1679418 w 2315670"/>
              <a:gd name="connsiteY3-450" fmla="*/ 0 h 2035410"/>
              <a:gd name="connsiteX4-451" fmla="*/ 1778390 w 2315670"/>
              <a:gd name="connsiteY4-452" fmla="*/ 57145 h 2035410"/>
              <a:gd name="connsiteX5-453" fmla="*/ 2299977 w 2315670"/>
              <a:gd name="connsiteY5-454" fmla="*/ 960544 h 2035410"/>
              <a:gd name="connsiteX6-455" fmla="*/ 2299986 w 2315670"/>
              <a:gd name="connsiteY6-456" fmla="*/ 1074850 h 2035410"/>
              <a:gd name="connsiteX7-457" fmla="*/ 1778399 w 2315670"/>
              <a:gd name="connsiteY7-458" fmla="*/ 1978249 h 2035410"/>
              <a:gd name="connsiteX8-459" fmla="*/ 1679411 w 2315670"/>
              <a:gd name="connsiteY8-460" fmla="*/ 2035410 h 2035410"/>
              <a:gd name="connsiteX9-461" fmla="*/ 636251 w 2315670"/>
              <a:gd name="connsiteY9-462" fmla="*/ 2035410 h 2035410"/>
              <a:gd name="connsiteX10-463" fmla="*/ 537279 w 2315670"/>
              <a:gd name="connsiteY10-464" fmla="*/ 1978265 h 2035410"/>
              <a:gd name="connsiteX11-465" fmla="*/ 15693 w 2315670"/>
              <a:gd name="connsiteY11-466" fmla="*/ 1074866 h 2035410"/>
              <a:gd name="connsiteX12-467" fmla="*/ 15684 w 2315670"/>
              <a:gd name="connsiteY12-468" fmla="*/ 960560 h 2035410"/>
              <a:gd name="connsiteX0-469" fmla="*/ 15684 w 2315670"/>
              <a:gd name="connsiteY0-470" fmla="*/ 960560 h 2035410"/>
              <a:gd name="connsiteX1-471" fmla="*/ 537270 w 2315670"/>
              <a:gd name="connsiteY1-472" fmla="*/ 57161 h 2035410"/>
              <a:gd name="connsiteX2-473" fmla="*/ 636258 w 2315670"/>
              <a:gd name="connsiteY2-474" fmla="*/ 0 h 2035410"/>
              <a:gd name="connsiteX3-475" fmla="*/ 1679418 w 2315670"/>
              <a:gd name="connsiteY3-476" fmla="*/ 0 h 2035410"/>
              <a:gd name="connsiteX4-477" fmla="*/ 1778390 w 2315670"/>
              <a:gd name="connsiteY4-478" fmla="*/ 57145 h 2035410"/>
              <a:gd name="connsiteX5-479" fmla="*/ 2299977 w 2315670"/>
              <a:gd name="connsiteY5-480" fmla="*/ 960544 h 2035410"/>
              <a:gd name="connsiteX6-481" fmla="*/ 2299986 w 2315670"/>
              <a:gd name="connsiteY6-482" fmla="*/ 1074850 h 2035410"/>
              <a:gd name="connsiteX7-483" fmla="*/ 1778399 w 2315670"/>
              <a:gd name="connsiteY7-484" fmla="*/ 1978249 h 2035410"/>
              <a:gd name="connsiteX8-485" fmla="*/ 1679411 w 2315670"/>
              <a:gd name="connsiteY8-486" fmla="*/ 2035410 h 2035410"/>
              <a:gd name="connsiteX9-487" fmla="*/ 636251 w 2315670"/>
              <a:gd name="connsiteY9-488" fmla="*/ 2035410 h 2035410"/>
              <a:gd name="connsiteX10-489" fmla="*/ 537279 w 2315670"/>
              <a:gd name="connsiteY10-490" fmla="*/ 1978265 h 2035410"/>
              <a:gd name="connsiteX11-491" fmla="*/ 15693 w 2315670"/>
              <a:gd name="connsiteY11-492" fmla="*/ 1074866 h 2035410"/>
              <a:gd name="connsiteX12-493" fmla="*/ 15684 w 2315670"/>
              <a:gd name="connsiteY12-494" fmla="*/ 960560 h 2035410"/>
              <a:gd name="connsiteX0-495" fmla="*/ 15684 w 2315670"/>
              <a:gd name="connsiteY0-496" fmla="*/ 960560 h 2035410"/>
              <a:gd name="connsiteX1-497" fmla="*/ 537270 w 2315670"/>
              <a:gd name="connsiteY1-498" fmla="*/ 57161 h 2035410"/>
              <a:gd name="connsiteX2-499" fmla="*/ 636258 w 2315670"/>
              <a:gd name="connsiteY2-500" fmla="*/ 0 h 2035410"/>
              <a:gd name="connsiteX3-501" fmla="*/ 1679418 w 2315670"/>
              <a:gd name="connsiteY3-502" fmla="*/ 0 h 2035410"/>
              <a:gd name="connsiteX4-503" fmla="*/ 1778390 w 2315670"/>
              <a:gd name="connsiteY4-504" fmla="*/ 57145 h 2035410"/>
              <a:gd name="connsiteX5-505" fmla="*/ 2299977 w 2315670"/>
              <a:gd name="connsiteY5-506" fmla="*/ 960544 h 2035410"/>
              <a:gd name="connsiteX6-507" fmla="*/ 2299986 w 2315670"/>
              <a:gd name="connsiteY6-508" fmla="*/ 1074850 h 2035410"/>
              <a:gd name="connsiteX7-509" fmla="*/ 1778399 w 2315670"/>
              <a:gd name="connsiteY7-510" fmla="*/ 1978249 h 2035410"/>
              <a:gd name="connsiteX8-511" fmla="*/ 1679411 w 2315670"/>
              <a:gd name="connsiteY8-512" fmla="*/ 2035410 h 2035410"/>
              <a:gd name="connsiteX9-513" fmla="*/ 636251 w 2315670"/>
              <a:gd name="connsiteY9-514" fmla="*/ 2035410 h 2035410"/>
              <a:gd name="connsiteX10-515" fmla="*/ 537279 w 2315670"/>
              <a:gd name="connsiteY10-516" fmla="*/ 1978265 h 2035410"/>
              <a:gd name="connsiteX11-517" fmla="*/ 15693 w 2315670"/>
              <a:gd name="connsiteY11-518" fmla="*/ 1074866 h 2035410"/>
              <a:gd name="connsiteX12-519" fmla="*/ 15684 w 2315670"/>
              <a:gd name="connsiteY12-520" fmla="*/ 960560 h 2035410"/>
              <a:gd name="connsiteX0-521" fmla="*/ 15684 w 2315670"/>
              <a:gd name="connsiteY0-522" fmla="*/ 960560 h 2035410"/>
              <a:gd name="connsiteX1-523" fmla="*/ 537270 w 2315670"/>
              <a:gd name="connsiteY1-524" fmla="*/ 57161 h 2035410"/>
              <a:gd name="connsiteX2-525" fmla="*/ 636258 w 2315670"/>
              <a:gd name="connsiteY2-526" fmla="*/ 0 h 2035410"/>
              <a:gd name="connsiteX3-527" fmla="*/ 1679418 w 2315670"/>
              <a:gd name="connsiteY3-528" fmla="*/ 0 h 2035410"/>
              <a:gd name="connsiteX4-529" fmla="*/ 1778390 w 2315670"/>
              <a:gd name="connsiteY4-530" fmla="*/ 57145 h 2035410"/>
              <a:gd name="connsiteX5-531" fmla="*/ 2299977 w 2315670"/>
              <a:gd name="connsiteY5-532" fmla="*/ 960544 h 2035410"/>
              <a:gd name="connsiteX6-533" fmla="*/ 2299986 w 2315670"/>
              <a:gd name="connsiteY6-534" fmla="*/ 1074850 h 2035410"/>
              <a:gd name="connsiteX7-535" fmla="*/ 1778399 w 2315670"/>
              <a:gd name="connsiteY7-536" fmla="*/ 1978249 h 2035410"/>
              <a:gd name="connsiteX8-537" fmla="*/ 1679411 w 2315670"/>
              <a:gd name="connsiteY8-538" fmla="*/ 2035410 h 2035410"/>
              <a:gd name="connsiteX9-539" fmla="*/ 636251 w 2315670"/>
              <a:gd name="connsiteY9-540" fmla="*/ 2035410 h 2035410"/>
              <a:gd name="connsiteX10-541" fmla="*/ 537279 w 2315670"/>
              <a:gd name="connsiteY10-542" fmla="*/ 1978265 h 2035410"/>
              <a:gd name="connsiteX11-543" fmla="*/ 15693 w 2315670"/>
              <a:gd name="connsiteY11-544" fmla="*/ 1074866 h 2035410"/>
              <a:gd name="connsiteX12-545" fmla="*/ 15684 w 2315670"/>
              <a:gd name="connsiteY12-546" fmla="*/ 960560 h 2035410"/>
              <a:gd name="connsiteX0-547" fmla="*/ 15684 w 2315670"/>
              <a:gd name="connsiteY0-548" fmla="*/ 960560 h 2035410"/>
              <a:gd name="connsiteX1-549" fmla="*/ 537270 w 2315670"/>
              <a:gd name="connsiteY1-550" fmla="*/ 57161 h 2035410"/>
              <a:gd name="connsiteX2-551" fmla="*/ 636258 w 2315670"/>
              <a:gd name="connsiteY2-552" fmla="*/ 0 h 2035410"/>
              <a:gd name="connsiteX3-553" fmla="*/ 1679418 w 2315670"/>
              <a:gd name="connsiteY3-554" fmla="*/ 0 h 2035410"/>
              <a:gd name="connsiteX4-555" fmla="*/ 1778390 w 2315670"/>
              <a:gd name="connsiteY4-556" fmla="*/ 57145 h 2035410"/>
              <a:gd name="connsiteX5-557" fmla="*/ 2299977 w 2315670"/>
              <a:gd name="connsiteY5-558" fmla="*/ 960544 h 2035410"/>
              <a:gd name="connsiteX6-559" fmla="*/ 2299986 w 2315670"/>
              <a:gd name="connsiteY6-560" fmla="*/ 1074850 h 2035410"/>
              <a:gd name="connsiteX7-561" fmla="*/ 1778399 w 2315670"/>
              <a:gd name="connsiteY7-562" fmla="*/ 1978249 h 2035410"/>
              <a:gd name="connsiteX8-563" fmla="*/ 1679411 w 2315670"/>
              <a:gd name="connsiteY8-564" fmla="*/ 2035410 h 2035410"/>
              <a:gd name="connsiteX9-565" fmla="*/ 636251 w 2315670"/>
              <a:gd name="connsiteY9-566" fmla="*/ 2035410 h 2035410"/>
              <a:gd name="connsiteX10-567" fmla="*/ 537279 w 2315670"/>
              <a:gd name="connsiteY10-568" fmla="*/ 1978265 h 2035410"/>
              <a:gd name="connsiteX11-569" fmla="*/ 15693 w 2315670"/>
              <a:gd name="connsiteY11-570" fmla="*/ 1074866 h 2035410"/>
              <a:gd name="connsiteX12-571" fmla="*/ 15684 w 2315670"/>
              <a:gd name="connsiteY12-572" fmla="*/ 960560 h 20354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2315670" h="2035410">
                <a:moveTo>
                  <a:pt x="15684" y="960560"/>
                </a:moveTo>
                <a:cubicBezTo>
                  <a:pt x="36600" y="924331"/>
                  <a:pt x="516354" y="93390"/>
                  <a:pt x="537270" y="57161"/>
                </a:cubicBezTo>
                <a:cubicBezTo>
                  <a:pt x="558188" y="20932"/>
                  <a:pt x="594425" y="0"/>
                  <a:pt x="636258" y="0"/>
                </a:cubicBezTo>
                <a:cubicBezTo>
                  <a:pt x="678092" y="0"/>
                  <a:pt x="1637585" y="0"/>
                  <a:pt x="1679418" y="0"/>
                </a:cubicBezTo>
                <a:cubicBezTo>
                  <a:pt x="1721252" y="0"/>
                  <a:pt x="1757474" y="20916"/>
                  <a:pt x="1778390" y="57145"/>
                </a:cubicBezTo>
                <a:cubicBezTo>
                  <a:pt x="1799308" y="93374"/>
                  <a:pt x="2279060" y="924315"/>
                  <a:pt x="2299977" y="960544"/>
                </a:cubicBezTo>
                <a:cubicBezTo>
                  <a:pt x="2320895" y="996772"/>
                  <a:pt x="2320904" y="1038621"/>
                  <a:pt x="2299986" y="1074850"/>
                </a:cubicBezTo>
                <a:cubicBezTo>
                  <a:pt x="2279070" y="1111079"/>
                  <a:pt x="1799318" y="1942020"/>
                  <a:pt x="1778399" y="1978249"/>
                </a:cubicBezTo>
                <a:cubicBezTo>
                  <a:pt x="1757483" y="2014478"/>
                  <a:pt x="1721246" y="2035410"/>
                  <a:pt x="1679411" y="2035410"/>
                </a:cubicBezTo>
                <a:cubicBezTo>
                  <a:pt x="1637579" y="2035410"/>
                  <a:pt x="678086" y="2035410"/>
                  <a:pt x="636251" y="2035410"/>
                </a:cubicBezTo>
                <a:cubicBezTo>
                  <a:pt x="594419" y="2035410"/>
                  <a:pt x="558197" y="2014494"/>
                  <a:pt x="537279" y="1978265"/>
                </a:cubicBezTo>
                <a:cubicBezTo>
                  <a:pt x="516363" y="1942036"/>
                  <a:pt x="36610" y="1111095"/>
                  <a:pt x="15693" y="1074866"/>
                </a:cubicBezTo>
                <a:cubicBezTo>
                  <a:pt x="-5223" y="1038637"/>
                  <a:pt x="-5234" y="996789"/>
                  <a:pt x="15684" y="960560"/>
                </a:cubicBezTo>
                <a:close/>
              </a:path>
            </a:pathLst>
          </a:custGeom>
          <a:noFill/>
          <a:ln w="25400">
            <a:solidFill>
              <a:srgbClr val="BF1B43"/>
            </a:solidFill>
          </a:ln>
          <a:effectLst/>
        </p:spPr>
        <p:style>
          <a:lnRef idx="2">
            <a:srgbClr val="BF1B43">
              <a:lumMod val="75000"/>
            </a:srgbClr>
          </a:lnRef>
          <a:fillRef idx="1">
            <a:srgbClr val="BF1B43"/>
          </a:fillRef>
          <a:effectRef idx="0">
            <a:srgbClr val="FFFFFF"/>
          </a:effectRef>
          <a:fontRef idx="minor">
            <a:sysClr val="window" lastClr="FFFFFF"/>
          </a:fontRef>
        </p:style>
        <p:txBody>
          <a:bodyPr wrap="square" lIns="697184" tIns="695691" rIns="697184" bIns="695691" anchor="ctr" anchorCtr="1">
            <a:no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b="1" kern="1200" dirty="0">
                <a:solidFill>
                  <a:srgbClr val="BF1B4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单击此处添加标题</a:t>
            </a:r>
            <a:endParaRPr lang="zh-CN" altLang="zh-CN" b="1" kern="1200" dirty="0">
              <a:solidFill>
                <a:srgbClr val="BF1B4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现状分析与问题诊断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2" name="文本框 1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差距评估与对标分析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3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591243" y="2158809"/>
            <a:ext cx="5280167" cy="4083535"/>
            <a:chOff x="591243" y="2158809"/>
            <a:chExt cx="5280167" cy="4083535"/>
          </a:xfrm>
        </p:grpSpPr>
        <p:sp>
          <p:nvSpPr>
            <p:cNvPr id="52" name="矩形: 圆角 51"/>
            <p:cNvSpPr/>
            <p:nvPr/>
          </p:nvSpPr>
          <p:spPr>
            <a:xfrm>
              <a:off x="803909" y="3081378"/>
              <a:ext cx="5067501" cy="3160966"/>
            </a:xfrm>
            <a:prstGeom prst="roundRect">
              <a:avLst>
                <a:gd name="adj" fmla="val 4918"/>
              </a:avLst>
            </a:prstGeom>
            <a:solidFill>
              <a:srgbClr val="A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汉仪旗黑-55S" charset="0"/>
                <a:ea typeface="汉仪旗黑-55S" charset="0"/>
                <a:cs typeface="汉仪旗黑-55S" charset="0"/>
                <a:sym typeface="汉仪旗黑-55S" charset="0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591243" y="2158809"/>
              <a:ext cx="5280167" cy="3994484"/>
              <a:chOff x="591243" y="2158809"/>
              <a:chExt cx="5280167" cy="3994484"/>
            </a:xfrm>
          </p:grpSpPr>
          <p:sp>
            <p:nvSpPr>
              <p:cNvPr id="4" name="矩形: 圆角 25"/>
              <p:cNvSpPr/>
              <p:nvPr/>
            </p:nvSpPr>
            <p:spPr>
              <a:xfrm>
                <a:off x="803909" y="2158809"/>
                <a:ext cx="5067501" cy="3994484"/>
              </a:xfrm>
              <a:prstGeom prst="roundRect">
                <a:avLst>
                  <a:gd name="adj" fmla="val 1128"/>
                </a:avLst>
              </a:prstGeom>
              <a:solidFill>
                <a:srgbClr val="F9F9F9"/>
              </a:solidFill>
              <a:ln>
                <a:solidFill>
                  <a:srgbClr val="A212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汉仪旗黑-55S" charset="0"/>
                  <a:ea typeface="汉仪旗黑-55S" charset="0"/>
                  <a:cs typeface="汉仪旗黑-55S" charset="0"/>
                  <a:sym typeface="汉仪旗黑-55S" charset="0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1223386" y="3193835"/>
                <a:ext cx="4354013" cy="829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600" dirty="0">
                    <a:cs typeface="汉仪旗黑-55S" charset="0"/>
                    <a:sym typeface="汉仪旗黑-55S" charset="0"/>
                  </a:rPr>
                  <a:t>单击此处添加文本内容，根据需要酌情增减文的字，以便观者理解您传达的思想</a:t>
                </a:r>
                <a:endParaRPr lang="zh-CN" altLang="en-US" sz="1600" dirty="0">
                  <a:cs typeface="汉仪旗黑-55S" charset="0"/>
                  <a:sym typeface="汉仪旗黑-55S" charset="0"/>
                </a:endParaRPr>
              </a:p>
            </p:txBody>
          </p:sp>
          <p:grpSp>
            <p:nvGrpSpPr>
              <p:cNvPr id="6" name="Group 8"/>
              <p:cNvGrpSpPr/>
              <p:nvPr/>
            </p:nvGrpSpPr>
            <p:grpSpPr>
              <a:xfrm>
                <a:off x="4950497" y="2432204"/>
                <a:ext cx="596009" cy="508689"/>
                <a:chOff x="3355975" y="954088"/>
                <a:chExt cx="733426" cy="661987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7" name="Rectangle 6"/>
                <p:cNvSpPr>
                  <a:spLocks noChangeArrowheads="1"/>
                </p:cNvSpPr>
                <p:nvPr/>
              </p:nvSpPr>
              <p:spPr bwMode="auto">
                <a:xfrm>
                  <a:off x="3476625" y="1155700"/>
                  <a:ext cx="293688" cy="1905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350">
                    <a:cs typeface="汉仪旗黑-55S" charset="0"/>
                    <a:sym typeface="汉仪旗黑-55S" charset="0"/>
                  </a:endParaRPr>
                </a:p>
              </p:txBody>
            </p:sp>
            <p:sp>
              <p:nvSpPr>
                <p:cNvPr id="8" name="Rectangle 7"/>
                <p:cNvSpPr>
                  <a:spLocks noChangeArrowheads="1"/>
                </p:cNvSpPr>
                <p:nvPr/>
              </p:nvSpPr>
              <p:spPr bwMode="auto">
                <a:xfrm>
                  <a:off x="3476625" y="1238250"/>
                  <a:ext cx="236538" cy="206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350">
                    <a:cs typeface="汉仪旗黑-55S" charset="0"/>
                    <a:sym typeface="汉仪旗黑-55S" charset="0"/>
                  </a:endParaRPr>
                </a:p>
              </p:txBody>
            </p:sp>
            <p:sp>
              <p:nvSpPr>
                <p:cNvPr id="30" name="Rectangle 8"/>
                <p:cNvSpPr>
                  <a:spLocks noChangeArrowheads="1"/>
                </p:cNvSpPr>
                <p:nvPr/>
              </p:nvSpPr>
              <p:spPr bwMode="auto">
                <a:xfrm>
                  <a:off x="3476625" y="1325563"/>
                  <a:ext cx="173038" cy="206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350">
                    <a:cs typeface="汉仪旗黑-55S" charset="0"/>
                    <a:sym typeface="汉仪旗黑-55S" charset="0"/>
                  </a:endParaRPr>
                </a:p>
              </p:txBody>
            </p:sp>
            <p:grpSp>
              <p:nvGrpSpPr>
                <p:cNvPr id="9" name="Group 12"/>
                <p:cNvGrpSpPr/>
                <p:nvPr/>
              </p:nvGrpSpPr>
              <p:grpSpPr>
                <a:xfrm>
                  <a:off x="3355975" y="954088"/>
                  <a:ext cx="733426" cy="661987"/>
                  <a:chOff x="3355975" y="954088"/>
                  <a:chExt cx="733426" cy="661987"/>
                </a:xfrm>
                <a:grpFill/>
              </p:grpSpPr>
              <p:sp>
                <p:nvSpPr>
                  <p:cNvPr id="12" name="Freeform 5"/>
                  <p:cNvSpPr>
                    <a:spLocks noEditPoints="1"/>
                  </p:cNvSpPr>
                  <p:nvPr/>
                </p:nvSpPr>
                <p:spPr bwMode="auto">
                  <a:xfrm>
                    <a:off x="3355975" y="954088"/>
                    <a:ext cx="534988" cy="661987"/>
                  </a:xfrm>
                  <a:custGeom>
                    <a:avLst/>
                    <a:gdLst>
                      <a:gd name="T0" fmla="*/ 312 w 337"/>
                      <a:gd name="T1" fmla="*/ 392 h 417"/>
                      <a:gd name="T2" fmla="*/ 25 w 337"/>
                      <a:gd name="T3" fmla="*/ 392 h 417"/>
                      <a:gd name="T4" fmla="*/ 25 w 337"/>
                      <a:gd name="T5" fmla="*/ 101 h 417"/>
                      <a:gd name="T6" fmla="*/ 100 w 337"/>
                      <a:gd name="T7" fmla="*/ 101 h 417"/>
                      <a:gd name="T8" fmla="*/ 100 w 337"/>
                      <a:gd name="T9" fmla="*/ 26 h 417"/>
                      <a:gd name="T10" fmla="*/ 312 w 337"/>
                      <a:gd name="T11" fmla="*/ 26 h 417"/>
                      <a:gd name="T12" fmla="*/ 312 w 337"/>
                      <a:gd name="T13" fmla="*/ 134 h 417"/>
                      <a:gd name="T14" fmla="*/ 337 w 337"/>
                      <a:gd name="T15" fmla="*/ 108 h 417"/>
                      <a:gd name="T16" fmla="*/ 337 w 337"/>
                      <a:gd name="T17" fmla="*/ 0 h 417"/>
                      <a:gd name="T18" fmla="*/ 89 w 337"/>
                      <a:gd name="T19" fmla="*/ 0 h 417"/>
                      <a:gd name="T20" fmla="*/ 0 w 337"/>
                      <a:gd name="T21" fmla="*/ 89 h 417"/>
                      <a:gd name="T22" fmla="*/ 0 w 337"/>
                      <a:gd name="T23" fmla="*/ 417 h 417"/>
                      <a:gd name="T24" fmla="*/ 337 w 337"/>
                      <a:gd name="T25" fmla="*/ 417 h 417"/>
                      <a:gd name="T26" fmla="*/ 337 w 337"/>
                      <a:gd name="T27" fmla="*/ 286 h 417"/>
                      <a:gd name="T28" fmla="*/ 312 w 337"/>
                      <a:gd name="T29" fmla="*/ 312 h 417"/>
                      <a:gd name="T30" fmla="*/ 312 w 337"/>
                      <a:gd name="T31" fmla="*/ 392 h 417"/>
                      <a:gd name="T32" fmla="*/ 37 w 337"/>
                      <a:gd name="T33" fmla="*/ 88 h 417"/>
                      <a:gd name="T34" fmla="*/ 88 w 337"/>
                      <a:gd name="T35" fmla="*/ 37 h 417"/>
                      <a:gd name="T36" fmla="*/ 88 w 337"/>
                      <a:gd name="T37" fmla="*/ 88 h 417"/>
                      <a:gd name="T38" fmla="*/ 37 w 337"/>
                      <a:gd name="T39" fmla="*/ 88 h 4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37" h="417">
                        <a:moveTo>
                          <a:pt x="312" y="392"/>
                        </a:moveTo>
                        <a:lnTo>
                          <a:pt x="25" y="392"/>
                        </a:lnTo>
                        <a:lnTo>
                          <a:pt x="25" y="101"/>
                        </a:lnTo>
                        <a:lnTo>
                          <a:pt x="100" y="101"/>
                        </a:lnTo>
                        <a:lnTo>
                          <a:pt x="100" y="26"/>
                        </a:lnTo>
                        <a:lnTo>
                          <a:pt x="312" y="26"/>
                        </a:lnTo>
                        <a:lnTo>
                          <a:pt x="312" y="134"/>
                        </a:lnTo>
                        <a:lnTo>
                          <a:pt x="337" y="108"/>
                        </a:lnTo>
                        <a:lnTo>
                          <a:pt x="337" y="0"/>
                        </a:lnTo>
                        <a:lnTo>
                          <a:pt x="89" y="0"/>
                        </a:lnTo>
                        <a:lnTo>
                          <a:pt x="0" y="89"/>
                        </a:lnTo>
                        <a:lnTo>
                          <a:pt x="0" y="417"/>
                        </a:lnTo>
                        <a:lnTo>
                          <a:pt x="337" y="417"/>
                        </a:lnTo>
                        <a:lnTo>
                          <a:pt x="337" y="286"/>
                        </a:lnTo>
                        <a:lnTo>
                          <a:pt x="312" y="312"/>
                        </a:lnTo>
                        <a:lnTo>
                          <a:pt x="312" y="392"/>
                        </a:lnTo>
                        <a:close/>
                        <a:moveTo>
                          <a:pt x="37" y="88"/>
                        </a:moveTo>
                        <a:lnTo>
                          <a:pt x="88" y="37"/>
                        </a:lnTo>
                        <a:lnTo>
                          <a:pt x="88" y="88"/>
                        </a:lnTo>
                        <a:lnTo>
                          <a:pt x="37" y="8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sz="1350">
                      <a:cs typeface="汉仪旗黑-55S" charset="0"/>
                      <a:sym typeface="汉仪旗黑-55S" charset="0"/>
                    </a:endParaRPr>
                  </a:p>
                </p:txBody>
              </p:sp>
              <p:sp>
                <p:nvSpPr>
                  <p:cNvPr id="20" name="Freeform 9"/>
                  <p:cNvSpPr>
                    <a:spLocks noEditPoints="1"/>
                  </p:cNvSpPr>
                  <p:nvPr/>
                </p:nvSpPr>
                <p:spPr bwMode="auto">
                  <a:xfrm>
                    <a:off x="3659188" y="1069975"/>
                    <a:ext cx="430213" cy="430212"/>
                  </a:xfrm>
                  <a:custGeom>
                    <a:avLst/>
                    <a:gdLst>
                      <a:gd name="T0" fmla="*/ 146 w 271"/>
                      <a:gd name="T1" fmla="*/ 35 h 271"/>
                      <a:gd name="T2" fmla="*/ 121 w 271"/>
                      <a:gd name="T3" fmla="*/ 61 h 271"/>
                      <a:gd name="T4" fmla="*/ 26 w 271"/>
                      <a:gd name="T5" fmla="*/ 156 h 271"/>
                      <a:gd name="T6" fmla="*/ 0 w 271"/>
                      <a:gd name="T7" fmla="*/ 271 h 271"/>
                      <a:gd name="T8" fmla="*/ 115 w 271"/>
                      <a:gd name="T9" fmla="*/ 245 h 271"/>
                      <a:gd name="T10" fmla="*/ 121 w 271"/>
                      <a:gd name="T11" fmla="*/ 239 h 271"/>
                      <a:gd name="T12" fmla="*/ 146 w 271"/>
                      <a:gd name="T13" fmla="*/ 213 h 271"/>
                      <a:gd name="T14" fmla="*/ 271 w 271"/>
                      <a:gd name="T15" fmla="*/ 89 h 271"/>
                      <a:gd name="T16" fmla="*/ 182 w 271"/>
                      <a:gd name="T17" fmla="*/ 0 h 271"/>
                      <a:gd name="T18" fmla="*/ 146 w 271"/>
                      <a:gd name="T19" fmla="*/ 35 h 271"/>
                      <a:gd name="T20" fmla="*/ 226 w 271"/>
                      <a:gd name="T21" fmla="*/ 68 h 271"/>
                      <a:gd name="T22" fmla="*/ 87 w 271"/>
                      <a:gd name="T23" fmla="*/ 207 h 271"/>
                      <a:gd name="T24" fmla="*/ 67 w 271"/>
                      <a:gd name="T25" fmla="*/ 187 h 271"/>
                      <a:gd name="T26" fmla="*/ 206 w 271"/>
                      <a:gd name="T27" fmla="*/ 48 h 271"/>
                      <a:gd name="T28" fmla="*/ 226 w 271"/>
                      <a:gd name="T29" fmla="*/ 68 h 271"/>
                      <a:gd name="T30" fmla="*/ 61 w 271"/>
                      <a:gd name="T31" fmla="*/ 181 h 271"/>
                      <a:gd name="T32" fmla="*/ 43 w 271"/>
                      <a:gd name="T33" fmla="*/ 163 h 271"/>
                      <a:gd name="T34" fmla="*/ 182 w 271"/>
                      <a:gd name="T35" fmla="*/ 24 h 271"/>
                      <a:gd name="T36" fmla="*/ 199 w 271"/>
                      <a:gd name="T37" fmla="*/ 42 h 271"/>
                      <a:gd name="T38" fmla="*/ 61 w 271"/>
                      <a:gd name="T39" fmla="*/ 181 h 271"/>
                      <a:gd name="T40" fmla="*/ 55 w 271"/>
                      <a:gd name="T41" fmla="*/ 187 h 271"/>
                      <a:gd name="T42" fmla="*/ 55 w 271"/>
                      <a:gd name="T43" fmla="*/ 187 h 271"/>
                      <a:gd name="T44" fmla="*/ 87 w 271"/>
                      <a:gd name="T45" fmla="*/ 219 h 271"/>
                      <a:gd name="T46" fmla="*/ 87 w 271"/>
                      <a:gd name="T47" fmla="*/ 219 h 271"/>
                      <a:gd name="T48" fmla="*/ 98 w 271"/>
                      <a:gd name="T49" fmla="*/ 230 h 271"/>
                      <a:gd name="T50" fmla="*/ 56 w 271"/>
                      <a:gd name="T51" fmla="*/ 240 h 271"/>
                      <a:gd name="T52" fmla="*/ 30 w 271"/>
                      <a:gd name="T53" fmla="*/ 215 h 271"/>
                      <a:gd name="T54" fmla="*/ 40 w 271"/>
                      <a:gd name="T55" fmla="*/ 172 h 271"/>
                      <a:gd name="T56" fmla="*/ 55 w 271"/>
                      <a:gd name="T57" fmla="*/ 187 h 271"/>
                      <a:gd name="T58" fmla="*/ 107 w 271"/>
                      <a:gd name="T59" fmla="*/ 227 h 271"/>
                      <a:gd name="T60" fmla="*/ 93 w 271"/>
                      <a:gd name="T61" fmla="*/ 213 h 271"/>
                      <a:gd name="T62" fmla="*/ 232 w 271"/>
                      <a:gd name="T63" fmla="*/ 75 h 271"/>
                      <a:gd name="T64" fmla="*/ 246 w 271"/>
                      <a:gd name="T65" fmla="*/ 89 h 271"/>
                      <a:gd name="T66" fmla="*/ 107 w 271"/>
                      <a:gd name="T67" fmla="*/ 227 h 2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271" h="271">
                        <a:moveTo>
                          <a:pt x="146" y="35"/>
                        </a:moveTo>
                        <a:lnTo>
                          <a:pt x="121" y="61"/>
                        </a:lnTo>
                        <a:lnTo>
                          <a:pt x="26" y="156"/>
                        </a:lnTo>
                        <a:lnTo>
                          <a:pt x="0" y="271"/>
                        </a:lnTo>
                        <a:lnTo>
                          <a:pt x="115" y="245"/>
                        </a:lnTo>
                        <a:lnTo>
                          <a:pt x="121" y="239"/>
                        </a:lnTo>
                        <a:lnTo>
                          <a:pt x="146" y="213"/>
                        </a:lnTo>
                        <a:lnTo>
                          <a:pt x="271" y="89"/>
                        </a:lnTo>
                        <a:lnTo>
                          <a:pt x="182" y="0"/>
                        </a:lnTo>
                        <a:lnTo>
                          <a:pt x="146" y="35"/>
                        </a:lnTo>
                        <a:close/>
                        <a:moveTo>
                          <a:pt x="226" y="68"/>
                        </a:moveTo>
                        <a:lnTo>
                          <a:pt x="87" y="207"/>
                        </a:lnTo>
                        <a:lnTo>
                          <a:pt x="67" y="187"/>
                        </a:lnTo>
                        <a:lnTo>
                          <a:pt x="206" y="48"/>
                        </a:lnTo>
                        <a:lnTo>
                          <a:pt x="226" y="68"/>
                        </a:lnTo>
                        <a:close/>
                        <a:moveTo>
                          <a:pt x="61" y="181"/>
                        </a:moveTo>
                        <a:lnTo>
                          <a:pt x="43" y="163"/>
                        </a:lnTo>
                        <a:lnTo>
                          <a:pt x="182" y="24"/>
                        </a:lnTo>
                        <a:lnTo>
                          <a:pt x="199" y="42"/>
                        </a:lnTo>
                        <a:lnTo>
                          <a:pt x="61" y="181"/>
                        </a:lnTo>
                        <a:close/>
                        <a:moveTo>
                          <a:pt x="55" y="187"/>
                        </a:moveTo>
                        <a:lnTo>
                          <a:pt x="55" y="187"/>
                        </a:lnTo>
                        <a:lnTo>
                          <a:pt x="87" y="219"/>
                        </a:lnTo>
                        <a:lnTo>
                          <a:pt x="87" y="219"/>
                        </a:lnTo>
                        <a:lnTo>
                          <a:pt x="98" y="230"/>
                        </a:lnTo>
                        <a:lnTo>
                          <a:pt x="56" y="240"/>
                        </a:lnTo>
                        <a:lnTo>
                          <a:pt x="30" y="215"/>
                        </a:lnTo>
                        <a:lnTo>
                          <a:pt x="40" y="172"/>
                        </a:lnTo>
                        <a:lnTo>
                          <a:pt x="55" y="187"/>
                        </a:lnTo>
                        <a:close/>
                        <a:moveTo>
                          <a:pt x="107" y="227"/>
                        </a:moveTo>
                        <a:lnTo>
                          <a:pt x="93" y="213"/>
                        </a:lnTo>
                        <a:lnTo>
                          <a:pt x="232" y="75"/>
                        </a:lnTo>
                        <a:lnTo>
                          <a:pt x="246" y="89"/>
                        </a:lnTo>
                        <a:lnTo>
                          <a:pt x="107" y="22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sz="1350">
                      <a:cs typeface="汉仪旗黑-55S" charset="0"/>
                      <a:sym typeface="汉仪旗黑-55S" charset="0"/>
                    </a:endParaRPr>
                  </a:p>
                </p:txBody>
              </p:sp>
            </p:grpSp>
          </p:grpSp>
          <p:sp>
            <p:nvSpPr>
              <p:cNvPr id="46" name="斜纹 45"/>
              <p:cNvSpPr/>
              <p:nvPr/>
            </p:nvSpPr>
            <p:spPr>
              <a:xfrm>
                <a:off x="803910" y="2167160"/>
                <a:ext cx="1031766" cy="1031766"/>
              </a:xfrm>
              <a:prstGeom prst="diagStripe">
                <a:avLst>
                  <a:gd name="adj" fmla="val 46002"/>
                </a:avLst>
              </a:prstGeom>
              <a:solidFill>
                <a:srgbClr val="A212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旗黑-55S" charset="0"/>
                  <a:ea typeface="汉仪旗黑-55S" charset="0"/>
                  <a:cs typeface="汉仪旗黑-55S" charset="0"/>
                  <a:sym typeface="汉仪旗黑-55S" charset="0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 rot="18998649">
                <a:off x="591243" y="2245859"/>
                <a:ext cx="1254721" cy="506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cs typeface="汉仪旗黑-55S" charset="0"/>
                    <a:sym typeface="汉仪旗黑-55S" charset="0"/>
                  </a:rPr>
                  <a:t>行业标准</a:t>
                </a:r>
                <a:endParaRPr lang="en-US" altLang="zh-CN" dirty="0">
                  <a:solidFill>
                    <a:schemeClr val="bg1"/>
                  </a:solidFill>
                  <a:cs typeface="汉仪旗黑-55S" charset="0"/>
                  <a:sym typeface="汉仪旗黑-55S" charset="0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1223386" y="4435813"/>
                <a:ext cx="4354013" cy="829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600" dirty="0">
                    <a:cs typeface="汉仪旗黑-55S" charset="0"/>
                    <a:sym typeface="汉仪旗黑-55S" charset="0"/>
                  </a:rPr>
                  <a:t>单击此处添加文本内容，根据需要酌情增减文的字，以便观者理解您传达的思想</a:t>
                </a:r>
                <a:endParaRPr lang="zh-CN" altLang="en-US" sz="1600" dirty="0">
                  <a:cs typeface="汉仪旗黑-55S" charset="0"/>
                  <a:sym typeface="汉仪旗黑-55S" charset="0"/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6117812" y="2158809"/>
            <a:ext cx="5280167" cy="4083535"/>
            <a:chOff x="591243" y="2158809"/>
            <a:chExt cx="5280167" cy="4083535"/>
          </a:xfrm>
        </p:grpSpPr>
        <p:sp>
          <p:nvSpPr>
            <p:cNvPr id="55" name="矩形: 圆角 54"/>
            <p:cNvSpPr/>
            <p:nvPr/>
          </p:nvSpPr>
          <p:spPr>
            <a:xfrm>
              <a:off x="803909" y="3081378"/>
              <a:ext cx="5067501" cy="3160966"/>
            </a:xfrm>
            <a:prstGeom prst="roundRect">
              <a:avLst>
                <a:gd name="adj" fmla="val 4918"/>
              </a:avLst>
            </a:prstGeom>
            <a:solidFill>
              <a:srgbClr val="A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汉仪旗黑-55S" charset="0"/>
                <a:ea typeface="汉仪旗黑-55S" charset="0"/>
                <a:cs typeface="汉仪旗黑-55S" charset="0"/>
                <a:sym typeface="汉仪旗黑-55S" charset="0"/>
              </a:endParaRP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591243" y="2158809"/>
              <a:ext cx="5280167" cy="3994484"/>
              <a:chOff x="591243" y="2158809"/>
              <a:chExt cx="5280167" cy="3994484"/>
            </a:xfrm>
          </p:grpSpPr>
          <p:sp>
            <p:nvSpPr>
              <p:cNvPr id="57" name="矩形: 圆角 56"/>
              <p:cNvSpPr/>
              <p:nvPr/>
            </p:nvSpPr>
            <p:spPr>
              <a:xfrm>
                <a:off x="803909" y="2158809"/>
                <a:ext cx="5067501" cy="3994484"/>
              </a:xfrm>
              <a:prstGeom prst="roundRect">
                <a:avLst>
                  <a:gd name="adj" fmla="val 1128"/>
                </a:avLst>
              </a:prstGeom>
              <a:solidFill>
                <a:srgbClr val="F9F9F9"/>
              </a:solidFill>
              <a:ln>
                <a:solidFill>
                  <a:srgbClr val="A212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汉仪旗黑-55S" charset="0"/>
                  <a:ea typeface="汉仪旗黑-55S" charset="0"/>
                  <a:cs typeface="汉仪旗黑-55S" charset="0"/>
                  <a:sym typeface="汉仪旗黑-55S" charset="0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223386" y="3193835"/>
                <a:ext cx="4354013" cy="829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600" dirty="0">
                    <a:cs typeface="汉仪旗黑-55S" charset="0"/>
                    <a:sym typeface="汉仪旗黑-55S" charset="0"/>
                  </a:rPr>
                  <a:t>单击此处添加文本内容，根据需要酌情增减文的字，以便观者理解您传达的思想</a:t>
                </a:r>
                <a:endParaRPr lang="zh-CN" altLang="en-US" sz="1600" dirty="0">
                  <a:cs typeface="汉仪旗黑-55S" charset="0"/>
                  <a:sym typeface="汉仪旗黑-55S" charset="0"/>
                </a:endParaRPr>
              </a:p>
            </p:txBody>
          </p:sp>
          <p:grpSp>
            <p:nvGrpSpPr>
              <p:cNvPr id="59" name="Group 8"/>
              <p:cNvGrpSpPr/>
              <p:nvPr/>
            </p:nvGrpSpPr>
            <p:grpSpPr>
              <a:xfrm>
                <a:off x="4950497" y="2432204"/>
                <a:ext cx="596009" cy="508689"/>
                <a:chOff x="3355975" y="954088"/>
                <a:chExt cx="733426" cy="661987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63" name="Rectangle 6"/>
                <p:cNvSpPr>
                  <a:spLocks noChangeArrowheads="1"/>
                </p:cNvSpPr>
                <p:nvPr/>
              </p:nvSpPr>
              <p:spPr bwMode="auto">
                <a:xfrm>
                  <a:off x="3476625" y="1155700"/>
                  <a:ext cx="293688" cy="19050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350">
                    <a:cs typeface="汉仪旗黑-55S" charset="0"/>
                    <a:sym typeface="汉仪旗黑-55S" charset="0"/>
                  </a:endParaRPr>
                </a:p>
              </p:txBody>
            </p:sp>
            <p:sp>
              <p:nvSpPr>
                <p:cNvPr id="64" name="Rectangle 7"/>
                <p:cNvSpPr>
                  <a:spLocks noChangeArrowheads="1"/>
                </p:cNvSpPr>
                <p:nvPr/>
              </p:nvSpPr>
              <p:spPr bwMode="auto">
                <a:xfrm>
                  <a:off x="3476625" y="1238250"/>
                  <a:ext cx="236538" cy="206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350">
                    <a:cs typeface="汉仪旗黑-55S" charset="0"/>
                    <a:sym typeface="汉仪旗黑-55S" charset="0"/>
                  </a:endParaRPr>
                </a:p>
              </p:txBody>
            </p:sp>
            <p:sp>
              <p:nvSpPr>
                <p:cNvPr id="65" name="Rectangle 8"/>
                <p:cNvSpPr>
                  <a:spLocks noChangeArrowheads="1"/>
                </p:cNvSpPr>
                <p:nvPr/>
              </p:nvSpPr>
              <p:spPr bwMode="auto">
                <a:xfrm>
                  <a:off x="3476625" y="1325563"/>
                  <a:ext cx="173038" cy="2063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sz="1350">
                    <a:cs typeface="汉仪旗黑-55S" charset="0"/>
                    <a:sym typeface="汉仪旗黑-55S" charset="0"/>
                  </a:endParaRPr>
                </a:p>
              </p:txBody>
            </p:sp>
            <p:grpSp>
              <p:nvGrpSpPr>
                <p:cNvPr id="66" name="Group 12"/>
                <p:cNvGrpSpPr/>
                <p:nvPr/>
              </p:nvGrpSpPr>
              <p:grpSpPr>
                <a:xfrm>
                  <a:off x="3355975" y="954088"/>
                  <a:ext cx="733426" cy="661987"/>
                  <a:chOff x="3355975" y="954088"/>
                  <a:chExt cx="733426" cy="661987"/>
                </a:xfrm>
                <a:grpFill/>
              </p:grpSpPr>
              <p:sp>
                <p:nvSpPr>
                  <p:cNvPr id="67" name="Freeform 5"/>
                  <p:cNvSpPr>
                    <a:spLocks noEditPoints="1"/>
                  </p:cNvSpPr>
                  <p:nvPr/>
                </p:nvSpPr>
                <p:spPr bwMode="auto">
                  <a:xfrm>
                    <a:off x="3355975" y="954088"/>
                    <a:ext cx="534988" cy="661987"/>
                  </a:xfrm>
                  <a:custGeom>
                    <a:avLst/>
                    <a:gdLst>
                      <a:gd name="T0" fmla="*/ 312 w 337"/>
                      <a:gd name="T1" fmla="*/ 392 h 417"/>
                      <a:gd name="T2" fmla="*/ 25 w 337"/>
                      <a:gd name="T3" fmla="*/ 392 h 417"/>
                      <a:gd name="T4" fmla="*/ 25 w 337"/>
                      <a:gd name="T5" fmla="*/ 101 h 417"/>
                      <a:gd name="T6" fmla="*/ 100 w 337"/>
                      <a:gd name="T7" fmla="*/ 101 h 417"/>
                      <a:gd name="T8" fmla="*/ 100 w 337"/>
                      <a:gd name="T9" fmla="*/ 26 h 417"/>
                      <a:gd name="T10" fmla="*/ 312 w 337"/>
                      <a:gd name="T11" fmla="*/ 26 h 417"/>
                      <a:gd name="T12" fmla="*/ 312 w 337"/>
                      <a:gd name="T13" fmla="*/ 134 h 417"/>
                      <a:gd name="T14" fmla="*/ 337 w 337"/>
                      <a:gd name="T15" fmla="*/ 108 h 417"/>
                      <a:gd name="T16" fmla="*/ 337 w 337"/>
                      <a:gd name="T17" fmla="*/ 0 h 417"/>
                      <a:gd name="T18" fmla="*/ 89 w 337"/>
                      <a:gd name="T19" fmla="*/ 0 h 417"/>
                      <a:gd name="T20" fmla="*/ 0 w 337"/>
                      <a:gd name="T21" fmla="*/ 89 h 417"/>
                      <a:gd name="T22" fmla="*/ 0 w 337"/>
                      <a:gd name="T23" fmla="*/ 417 h 417"/>
                      <a:gd name="T24" fmla="*/ 337 w 337"/>
                      <a:gd name="T25" fmla="*/ 417 h 417"/>
                      <a:gd name="T26" fmla="*/ 337 w 337"/>
                      <a:gd name="T27" fmla="*/ 286 h 417"/>
                      <a:gd name="T28" fmla="*/ 312 w 337"/>
                      <a:gd name="T29" fmla="*/ 312 h 417"/>
                      <a:gd name="T30" fmla="*/ 312 w 337"/>
                      <a:gd name="T31" fmla="*/ 392 h 417"/>
                      <a:gd name="T32" fmla="*/ 37 w 337"/>
                      <a:gd name="T33" fmla="*/ 88 h 417"/>
                      <a:gd name="T34" fmla="*/ 88 w 337"/>
                      <a:gd name="T35" fmla="*/ 37 h 417"/>
                      <a:gd name="T36" fmla="*/ 88 w 337"/>
                      <a:gd name="T37" fmla="*/ 88 h 417"/>
                      <a:gd name="T38" fmla="*/ 37 w 337"/>
                      <a:gd name="T39" fmla="*/ 88 h 4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337" h="417">
                        <a:moveTo>
                          <a:pt x="312" y="392"/>
                        </a:moveTo>
                        <a:lnTo>
                          <a:pt x="25" y="392"/>
                        </a:lnTo>
                        <a:lnTo>
                          <a:pt x="25" y="101"/>
                        </a:lnTo>
                        <a:lnTo>
                          <a:pt x="100" y="101"/>
                        </a:lnTo>
                        <a:lnTo>
                          <a:pt x="100" y="26"/>
                        </a:lnTo>
                        <a:lnTo>
                          <a:pt x="312" y="26"/>
                        </a:lnTo>
                        <a:lnTo>
                          <a:pt x="312" y="134"/>
                        </a:lnTo>
                        <a:lnTo>
                          <a:pt x="337" y="108"/>
                        </a:lnTo>
                        <a:lnTo>
                          <a:pt x="337" y="0"/>
                        </a:lnTo>
                        <a:lnTo>
                          <a:pt x="89" y="0"/>
                        </a:lnTo>
                        <a:lnTo>
                          <a:pt x="0" y="89"/>
                        </a:lnTo>
                        <a:lnTo>
                          <a:pt x="0" y="417"/>
                        </a:lnTo>
                        <a:lnTo>
                          <a:pt x="337" y="417"/>
                        </a:lnTo>
                        <a:lnTo>
                          <a:pt x="337" y="286"/>
                        </a:lnTo>
                        <a:lnTo>
                          <a:pt x="312" y="312"/>
                        </a:lnTo>
                        <a:lnTo>
                          <a:pt x="312" y="392"/>
                        </a:lnTo>
                        <a:close/>
                        <a:moveTo>
                          <a:pt x="37" y="88"/>
                        </a:moveTo>
                        <a:lnTo>
                          <a:pt x="88" y="37"/>
                        </a:lnTo>
                        <a:lnTo>
                          <a:pt x="88" y="88"/>
                        </a:lnTo>
                        <a:lnTo>
                          <a:pt x="37" y="88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sz="1350">
                      <a:cs typeface="汉仪旗黑-55S" charset="0"/>
                      <a:sym typeface="汉仪旗黑-55S" charset="0"/>
                    </a:endParaRPr>
                  </a:p>
                </p:txBody>
              </p:sp>
              <p:sp>
                <p:nvSpPr>
                  <p:cNvPr id="68" name="Freeform 9"/>
                  <p:cNvSpPr>
                    <a:spLocks noEditPoints="1"/>
                  </p:cNvSpPr>
                  <p:nvPr/>
                </p:nvSpPr>
                <p:spPr bwMode="auto">
                  <a:xfrm>
                    <a:off x="3659188" y="1069975"/>
                    <a:ext cx="430213" cy="430212"/>
                  </a:xfrm>
                  <a:custGeom>
                    <a:avLst/>
                    <a:gdLst>
                      <a:gd name="T0" fmla="*/ 146 w 271"/>
                      <a:gd name="T1" fmla="*/ 35 h 271"/>
                      <a:gd name="T2" fmla="*/ 121 w 271"/>
                      <a:gd name="T3" fmla="*/ 61 h 271"/>
                      <a:gd name="T4" fmla="*/ 26 w 271"/>
                      <a:gd name="T5" fmla="*/ 156 h 271"/>
                      <a:gd name="T6" fmla="*/ 0 w 271"/>
                      <a:gd name="T7" fmla="*/ 271 h 271"/>
                      <a:gd name="T8" fmla="*/ 115 w 271"/>
                      <a:gd name="T9" fmla="*/ 245 h 271"/>
                      <a:gd name="T10" fmla="*/ 121 w 271"/>
                      <a:gd name="T11" fmla="*/ 239 h 271"/>
                      <a:gd name="T12" fmla="*/ 146 w 271"/>
                      <a:gd name="T13" fmla="*/ 213 h 271"/>
                      <a:gd name="T14" fmla="*/ 271 w 271"/>
                      <a:gd name="T15" fmla="*/ 89 h 271"/>
                      <a:gd name="T16" fmla="*/ 182 w 271"/>
                      <a:gd name="T17" fmla="*/ 0 h 271"/>
                      <a:gd name="T18" fmla="*/ 146 w 271"/>
                      <a:gd name="T19" fmla="*/ 35 h 271"/>
                      <a:gd name="T20" fmla="*/ 226 w 271"/>
                      <a:gd name="T21" fmla="*/ 68 h 271"/>
                      <a:gd name="T22" fmla="*/ 87 w 271"/>
                      <a:gd name="T23" fmla="*/ 207 h 271"/>
                      <a:gd name="T24" fmla="*/ 67 w 271"/>
                      <a:gd name="T25" fmla="*/ 187 h 271"/>
                      <a:gd name="T26" fmla="*/ 206 w 271"/>
                      <a:gd name="T27" fmla="*/ 48 h 271"/>
                      <a:gd name="T28" fmla="*/ 226 w 271"/>
                      <a:gd name="T29" fmla="*/ 68 h 271"/>
                      <a:gd name="T30" fmla="*/ 61 w 271"/>
                      <a:gd name="T31" fmla="*/ 181 h 271"/>
                      <a:gd name="T32" fmla="*/ 43 w 271"/>
                      <a:gd name="T33" fmla="*/ 163 h 271"/>
                      <a:gd name="T34" fmla="*/ 182 w 271"/>
                      <a:gd name="T35" fmla="*/ 24 h 271"/>
                      <a:gd name="T36" fmla="*/ 199 w 271"/>
                      <a:gd name="T37" fmla="*/ 42 h 271"/>
                      <a:gd name="T38" fmla="*/ 61 w 271"/>
                      <a:gd name="T39" fmla="*/ 181 h 271"/>
                      <a:gd name="T40" fmla="*/ 55 w 271"/>
                      <a:gd name="T41" fmla="*/ 187 h 271"/>
                      <a:gd name="T42" fmla="*/ 55 w 271"/>
                      <a:gd name="T43" fmla="*/ 187 h 271"/>
                      <a:gd name="T44" fmla="*/ 87 w 271"/>
                      <a:gd name="T45" fmla="*/ 219 h 271"/>
                      <a:gd name="T46" fmla="*/ 87 w 271"/>
                      <a:gd name="T47" fmla="*/ 219 h 271"/>
                      <a:gd name="T48" fmla="*/ 98 w 271"/>
                      <a:gd name="T49" fmla="*/ 230 h 271"/>
                      <a:gd name="T50" fmla="*/ 56 w 271"/>
                      <a:gd name="T51" fmla="*/ 240 h 271"/>
                      <a:gd name="T52" fmla="*/ 30 w 271"/>
                      <a:gd name="T53" fmla="*/ 215 h 271"/>
                      <a:gd name="T54" fmla="*/ 40 w 271"/>
                      <a:gd name="T55" fmla="*/ 172 h 271"/>
                      <a:gd name="T56" fmla="*/ 55 w 271"/>
                      <a:gd name="T57" fmla="*/ 187 h 271"/>
                      <a:gd name="T58" fmla="*/ 107 w 271"/>
                      <a:gd name="T59" fmla="*/ 227 h 271"/>
                      <a:gd name="T60" fmla="*/ 93 w 271"/>
                      <a:gd name="T61" fmla="*/ 213 h 271"/>
                      <a:gd name="T62" fmla="*/ 232 w 271"/>
                      <a:gd name="T63" fmla="*/ 75 h 271"/>
                      <a:gd name="T64" fmla="*/ 246 w 271"/>
                      <a:gd name="T65" fmla="*/ 89 h 271"/>
                      <a:gd name="T66" fmla="*/ 107 w 271"/>
                      <a:gd name="T67" fmla="*/ 227 h 2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271" h="271">
                        <a:moveTo>
                          <a:pt x="146" y="35"/>
                        </a:moveTo>
                        <a:lnTo>
                          <a:pt x="121" y="61"/>
                        </a:lnTo>
                        <a:lnTo>
                          <a:pt x="26" y="156"/>
                        </a:lnTo>
                        <a:lnTo>
                          <a:pt x="0" y="271"/>
                        </a:lnTo>
                        <a:lnTo>
                          <a:pt x="115" y="245"/>
                        </a:lnTo>
                        <a:lnTo>
                          <a:pt x="121" y="239"/>
                        </a:lnTo>
                        <a:lnTo>
                          <a:pt x="146" y="213"/>
                        </a:lnTo>
                        <a:lnTo>
                          <a:pt x="271" y="89"/>
                        </a:lnTo>
                        <a:lnTo>
                          <a:pt x="182" y="0"/>
                        </a:lnTo>
                        <a:lnTo>
                          <a:pt x="146" y="35"/>
                        </a:lnTo>
                        <a:close/>
                        <a:moveTo>
                          <a:pt x="226" y="68"/>
                        </a:moveTo>
                        <a:lnTo>
                          <a:pt x="87" y="207"/>
                        </a:lnTo>
                        <a:lnTo>
                          <a:pt x="67" y="187"/>
                        </a:lnTo>
                        <a:lnTo>
                          <a:pt x="206" y="48"/>
                        </a:lnTo>
                        <a:lnTo>
                          <a:pt x="226" y="68"/>
                        </a:lnTo>
                        <a:close/>
                        <a:moveTo>
                          <a:pt x="61" y="181"/>
                        </a:moveTo>
                        <a:lnTo>
                          <a:pt x="43" y="163"/>
                        </a:lnTo>
                        <a:lnTo>
                          <a:pt x="182" y="24"/>
                        </a:lnTo>
                        <a:lnTo>
                          <a:pt x="199" y="42"/>
                        </a:lnTo>
                        <a:lnTo>
                          <a:pt x="61" y="181"/>
                        </a:lnTo>
                        <a:close/>
                        <a:moveTo>
                          <a:pt x="55" y="187"/>
                        </a:moveTo>
                        <a:lnTo>
                          <a:pt x="55" y="187"/>
                        </a:lnTo>
                        <a:lnTo>
                          <a:pt x="87" y="219"/>
                        </a:lnTo>
                        <a:lnTo>
                          <a:pt x="87" y="219"/>
                        </a:lnTo>
                        <a:lnTo>
                          <a:pt x="98" y="230"/>
                        </a:lnTo>
                        <a:lnTo>
                          <a:pt x="56" y="240"/>
                        </a:lnTo>
                        <a:lnTo>
                          <a:pt x="30" y="215"/>
                        </a:lnTo>
                        <a:lnTo>
                          <a:pt x="40" y="172"/>
                        </a:lnTo>
                        <a:lnTo>
                          <a:pt x="55" y="187"/>
                        </a:lnTo>
                        <a:close/>
                        <a:moveTo>
                          <a:pt x="107" y="227"/>
                        </a:moveTo>
                        <a:lnTo>
                          <a:pt x="93" y="213"/>
                        </a:lnTo>
                        <a:lnTo>
                          <a:pt x="232" y="75"/>
                        </a:lnTo>
                        <a:lnTo>
                          <a:pt x="246" y="89"/>
                        </a:lnTo>
                        <a:lnTo>
                          <a:pt x="107" y="227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id-ID" sz="1350">
                      <a:cs typeface="汉仪旗黑-55S" charset="0"/>
                      <a:sym typeface="汉仪旗黑-55S" charset="0"/>
                    </a:endParaRPr>
                  </a:p>
                </p:txBody>
              </p:sp>
            </p:grpSp>
          </p:grpSp>
          <p:sp>
            <p:nvSpPr>
              <p:cNvPr id="60" name="斜纹 59"/>
              <p:cNvSpPr/>
              <p:nvPr/>
            </p:nvSpPr>
            <p:spPr>
              <a:xfrm>
                <a:off x="803910" y="2167160"/>
                <a:ext cx="1031766" cy="1031766"/>
              </a:xfrm>
              <a:prstGeom prst="diagStripe">
                <a:avLst>
                  <a:gd name="adj" fmla="val 46002"/>
                </a:avLst>
              </a:prstGeom>
              <a:solidFill>
                <a:srgbClr val="A212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旗黑-55S" charset="0"/>
                  <a:ea typeface="汉仪旗黑-55S" charset="0"/>
                  <a:cs typeface="汉仪旗黑-55S" charset="0"/>
                  <a:sym typeface="汉仪旗黑-55S" charset="0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 rot="18998649">
                <a:off x="591243" y="2245859"/>
                <a:ext cx="1254721" cy="506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cs typeface="汉仪旗黑-55S" charset="0"/>
                    <a:sym typeface="汉仪旗黑-55S" charset="0"/>
                  </a:rPr>
                  <a:t>现实情况</a:t>
                </a:r>
                <a:endParaRPr lang="zh-CN" altLang="en-US" dirty="0">
                  <a:solidFill>
                    <a:schemeClr val="bg1"/>
                  </a:solidFill>
                  <a:cs typeface="汉仪旗黑-55S" charset="0"/>
                  <a:sym typeface="汉仪旗黑-55S" charset="0"/>
                </a:endParaRPr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223386" y="4435813"/>
                <a:ext cx="4354013" cy="8299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1600" dirty="0">
                    <a:cs typeface="汉仪旗黑-55S" charset="0"/>
                    <a:sym typeface="汉仪旗黑-55S" charset="0"/>
                  </a:rPr>
                  <a:t>单击此处添加文本内容，根据需要酌情增减文的字，以便观者理解您传达的思想</a:t>
                </a:r>
                <a:endParaRPr lang="zh-CN" altLang="en-US" sz="1600" dirty="0">
                  <a:cs typeface="汉仪旗黑-55S" charset="0"/>
                  <a:sym typeface="汉仪旗黑-55S" charset="0"/>
                </a:endParaRPr>
              </a:p>
            </p:txBody>
          </p:sp>
        </p:grpSp>
      </p:grpSp>
      <p:sp>
        <p:nvSpPr>
          <p:cNvPr id="79" name="文本框 78"/>
          <p:cNvSpPr txBox="1"/>
          <p:nvPr/>
        </p:nvSpPr>
        <p:spPr>
          <a:xfrm>
            <a:off x="2314093" y="1236257"/>
            <a:ext cx="7563814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cs typeface="汉仪旗黑-55S" charset="0"/>
                <a:sym typeface="汉仪旗黑-55S" charset="0"/>
              </a:rPr>
              <a:t>描述概括这里添加一段文字，与行业标杆/标准的差距</a:t>
            </a:r>
            <a:endParaRPr lang="zh-CN" altLang="en-US" sz="2000" dirty="0">
              <a:cs typeface="汉仪旗黑-55S" charset="0"/>
              <a:sym typeface="汉仪旗黑-55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顶角 20"/>
          <p:cNvSpPr/>
          <p:nvPr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2" name="arrowhead-thin-outline-to-the-left_32542"/>
          <p:cNvSpPr/>
          <p:nvPr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9431" y="367927"/>
            <a:ext cx="1552141" cy="51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1100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7303" y="367927"/>
            <a:ext cx="45719" cy="519309"/>
          </a:xfrm>
          <a:prstGeom prst="rect">
            <a:avLst/>
          </a:prstGeom>
          <a:pattFill prst="zigZ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1284876" y="3394039"/>
            <a:ext cx="597929" cy="597933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 flipV="1">
            <a:off x="1637665" y="3102610"/>
            <a:ext cx="10207625" cy="737870"/>
            <a:chOff x="3037840" y="5372100"/>
            <a:chExt cx="6878320" cy="738056"/>
          </a:xfrm>
        </p:grpSpPr>
        <p:sp>
          <p:nvSpPr>
            <p:cNvPr id="4" name="椭圆 3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139440" y="2320925"/>
            <a:ext cx="796163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建设目标与总体思路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12934" y="2054166"/>
            <a:ext cx="1599479" cy="1599479"/>
            <a:chOff x="1439212" y="1545892"/>
            <a:chExt cx="779175" cy="779175"/>
          </a:xfrm>
        </p:grpSpPr>
        <p:sp>
          <p:nvSpPr>
            <p:cNvPr id="8" name="椭圆 7"/>
            <p:cNvSpPr/>
            <p:nvPr/>
          </p:nvSpPr>
          <p:spPr>
            <a:xfrm>
              <a:off x="1439212" y="1545892"/>
              <a:ext cx="779175" cy="779175"/>
            </a:xfrm>
            <a:prstGeom prst="ellipse">
              <a:avLst/>
            </a:prstGeom>
            <a:solidFill>
              <a:srgbClr val="1B1D3D">
                <a:alpha val="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9240" y="1645920"/>
              <a:ext cx="579120" cy="579120"/>
            </a:xfrm>
            <a:prstGeom prst="ellipse">
              <a:avLst/>
            </a:prstGeom>
            <a:solidFill>
              <a:srgbClr val="99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1657" y="2293935"/>
            <a:ext cx="114188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3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 flipH="1">
            <a:off x="2439455" y="1403685"/>
            <a:ext cx="849927" cy="849932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844895" y="3217106"/>
            <a:ext cx="1513669" cy="15136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861352" y="6441804"/>
            <a:ext cx="2468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4076441" y="3840530"/>
            <a:ext cx="2837180" cy="337185"/>
            <a:chOff x="4645227" y="4175251"/>
            <a:chExt cx="2837180" cy="337185"/>
          </a:xfrm>
        </p:grpSpPr>
        <p:grpSp>
          <p:nvGrpSpPr>
            <p:cNvPr id="89" name="组合 88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90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1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2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3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4989397" y="4175251"/>
              <a:ext cx="249301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总体建设目标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894109" y="3840530"/>
            <a:ext cx="3075940" cy="337185"/>
            <a:chOff x="4645227" y="4175251"/>
            <a:chExt cx="3075940" cy="337185"/>
          </a:xfrm>
        </p:grpSpPr>
        <p:grpSp>
          <p:nvGrpSpPr>
            <p:cNvPr id="96" name="组合 95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97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8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9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0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4989397" y="4175251"/>
              <a:ext cx="273177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核心建设原则与指导思想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076441" y="4240154"/>
            <a:ext cx="2572385" cy="337185"/>
            <a:chOff x="4645227" y="4175251"/>
            <a:chExt cx="2572385" cy="337185"/>
          </a:xfrm>
        </p:grpSpPr>
        <p:grpSp>
          <p:nvGrpSpPr>
            <p:cNvPr id="103" name="组合 102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104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5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6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7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08" name="文本框 107"/>
            <p:cNvSpPr txBox="1"/>
            <p:nvPr/>
          </p:nvSpPr>
          <p:spPr>
            <a:xfrm>
              <a:off x="4989397" y="4175251"/>
              <a:ext cx="222821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预期达成指标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-1365885" y="-1619250"/>
            <a:ext cx="14923770" cy="3983355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rgbClr val="990000"/>
                </a:gs>
                <a:gs pos="17000">
                  <a:srgbClr val="990000">
                    <a:alpha val="0"/>
                  </a:srgb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576849" y="1473663"/>
            <a:ext cx="2716398" cy="4776325"/>
            <a:chOff x="576849" y="1638763"/>
            <a:chExt cx="2716398" cy="4776325"/>
          </a:xfrm>
        </p:grpSpPr>
        <p:sp>
          <p:nvSpPr>
            <p:cNvPr id="4" name="箭头: 五边形 3"/>
            <p:cNvSpPr/>
            <p:nvPr>
              <p:custDataLst>
                <p:tags r:id="rId2"/>
              </p:custDataLst>
            </p:nvPr>
          </p:nvSpPr>
          <p:spPr>
            <a:xfrm rot="16200000">
              <a:off x="-150927" y="2970914"/>
              <a:ext cx="4171950" cy="2716398"/>
            </a:xfrm>
            <a:prstGeom prst="homePlate">
              <a:avLst>
                <a:gd name="adj" fmla="val 12919"/>
              </a:avLst>
            </a:prstGeom>
            <a:solidFill>
              <a:schemeClr val="bg1"/>
            </a:solidFill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1489986" y="1638763"/>
              <a:ext cx="890125" cy="890125"/>
              <a:chOff x="1439212" y="1545892"/>
              <a:chExt cx="779175" cy="779175"/>
            </a:xfrm>
          </p:grpSpPr>
          <p:sp>
            <p:nvSpPr>
              <p:cNvPr id="40" name="椭圆 39"/>
              <p:cNvSpPr/>
              <p:nvPr>
                <p:custDataLst>
                  <p:tags r:id="rId3"/>
                </p:custDataLst>
              </p:nvPr>
            </p:nvSpPr>
            <p:spPr>
              <a:xfrm>
                <a:off x="1439212" y="1545892"/>
                <a:ext cx="779175" cy="779175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 </a:t>
                </a:r>
                <a:endParaRPr kumimoji="0" lang="zh-CN" altLang="en-US" sz="4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1" name="椭圆 40"/>
              <p:cNvSpPr/>
              <p:nvPr>
                <p:custDataLst>
                  <p:tags r:id="rId4"/>
                </p:custDataLst>
              </p:nvPr>
            </p:nvSpPr>
            <p:spPr>
              <a:xfrm>
                <a:off x="1539240" y="1645920"/>
                <a:ext cx="579120" cy="579120"/>
              </a:xfrm>
              <a:prstGeom prst="ellipse">
                <a:avLst/>
              </a:prstGeom>
              <a:solidFill>
                <a:srgbClr val="99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5"/>
              </p:custDataLst>
            </p:nvPr>
          </p:nvSpPr>
          <p:spPr>
            <a:xfrm>
              <a:off x="1720134" y="1829842"/>
              <a:ext cx="4298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1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6"/>
            </p:custDataLst>
          </p:nvPr>
        </p:nvGrpSpPr>
        <p:grpSpPr>
          <a:xfrm>
            <a:off x="4737800" y="1916575"/>
            <a:ext cx="2716398" cy="4333413"/>
            <a:chOff x="576849" y="1638763"/>
            <a:chExt cx="2716398" cy="4333413"/>
          </a:xfrm>
        </p:grpSpPr>
        <p:sp>
          <p:nvSpPr>
            <p:cNvPr id="47" name="箭头: 五边形 46"/>
            <p:cNvSpPr/>
            <p:nvPr>
              <p:custDataLst>
                <p:tags r:id="rId7"/>
              </p:custDataLst>
            </p:nvPr>
          </p:nvSpPr>
          <p:spPr>
            <a:xfrm rot="16200000">
              <a:off x="70529" y="2749458"/>
              <a:ext cx="3729038" cy="2716398"/>
            </a:xfrm>
            <a:prstGeom prst="homePlate">
              <a:avLst>
                <a:gd name="adj" fmla="val 12919"/>
              </a:avLst>
            </a:prstGeom>
            <a:solidFill>
              <a:schemeClr val="bg1"/>
            </a:solidFill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1489986" y="1638763"/>
              <a:ext cx="890125" cy="890125"/>
              <a:chOff x="1439212" y="1545892"/>
              <a:chExt cx="779175" cy="779175"/>
            </a:xfrm>
          </p:grpSpPr>
          <p:sp>
            <p:nvSpPr>
              <p:cNvPr id="50" name="椭圆 49"/>
              <p:cNvSpPr/>
              <p:nvPr>
                <p:custDataLst>
                  <p:tags r:id="rId8"/>
                </p:custDataLst>
              </p:nvPr>
            </p:nvSpPr>
            <p:spPr>
              <a:xfrm>
                <a:off x="1439212" y="1545892"/>
                <a:ext cx="779175" cy="779175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 </a:t>
                </a:r>
                <a:endParaRPr kumimoji="0" lang="zh-CN" altLang="en-US" sz="4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51" name="椭圆 50"/>
              <p:cNvSpPr/>
              <p:nvPr>
                <p:custDataLst>
                  <p:tags r:id="rId9"/>
                </p:custDataLst>
              </p:nvPr>
            </p:nvSpPr>
            <p:spPr>
              <a:xfrm>
                <a:off x="1539240" y="1645920"/>
                <a:ext cx="579120" cy="579120"/>
              </a:xfrm>
              <a:prstGeom prst="ellipse">
                <a:avLst/>
              </a:prstGeom>
              <a:solidFill>
                <a:srgbClr val="99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49" name="文本框 48"/>
            <p:cNvSpPr txBox="1"/>
            <p:nvPr>
              <p:custDataLst>
                <p:tags r:id="rId10"/>
              </p:custDataLst>
            </p:nvPr>
          </p:nvSpPr>
          <p:spPr>
            <a:xfrm>
              <a:off x="1720134" y="1829842"/>
              <a:ext cx="4298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2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52" name="组合 51"/>
          <p:cNvGrpSpPr/>
          <p:nvPr>
            <p:custDataLst>
              <p:tags r:id="rId11"/>
            </p:custDataLst>
          </p:nvPr>
        </p:nvGrpSpPr>
        <p:grpSpPr>
          <a:xfrm>
            <a:off x="8894401" y="1473663"/>
            <a:ext cx="2716398" cy="4776325"/>
            <a:chOff x="576849" y="1638763"/>
            <a:chExt cx="2716398" cy="4776325"/>
          </a:xfrm>
        </p:grpSpPr>
        <p:sp>
          <p:nvSpPr>
            <p:cNvPr id="53" name="箭头: 五边形 52"/>
            <p:cNvSpPr/>
            <p:nvPr>
              <p:custDataLst>
                <p:tags r:id="rId12"/>
              </p:custDataLst>
            </p:nvPr>
          </p:nvSpPr>
          <p:spPr>
            <a:xfrm rot="16200000">
              <a:off x="-150927" y="2970914"/>
              <a:ext cx="4171950" cy="2716398"/>
            </a:xfrm>
            <a:prstGeom prst="homePlate">
              <a:avLst>
                <a:gd name="adj" fmla="val 12919"/>
              </a:avLst>
            </a:prstGeom>
            <a:solidFill>
              <a:schemeClr val="bg1"/>
            </a:solidFill>
            <a:ln w="19050">
              <a:solidFill>
                <a:srgbClr val="99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1489986" y="1638763"/>
              <a:ext cx="890125" cy="890125"/>
              <a:chOff x="1439212" y="1545892"/>
              <a:chExt cx="779175" cy="779175"/>
            </a:xfrm>
          </p:grpSpPr>
          <p:sp>
            <p:nvSpPr>
              <p:cNvPr id="56" name="椭圆 55"/>
              <p:cNvSpPr/>
              <p:nvPr>
                <p:custDataLst>
                  <p:tags r:id="rId13"/>
                </p:custDataLst>
              </p:nvPr>
            </p:nvSpPr>
            <p:spPr>
              <a:xfrm>
                <a:off x="1439212" y="1545892"/>
                <a:ext cx="779175" cy="779175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 </a:t>
                </a:r>
                <a:endParaRPr kumimoji="0" lang="zh-CN" altLang="en-US" sz="4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57" name="椭圆 56"/>
              <p:cNvSpPr/>
              <p:nvPr>
                <p:custDataLst>
                  <p:tags r:id="rId14"/>
                </p:custDataLst>
              </p:nvPr>
            </p:nvSpPr>
            <p:spPr>
              <a:xfrm>
                <a:off x="1539240" y="1645920"/>
                <a:ext cx="579120" cy="579120"/>
              </a:xfrm>
              <a:prstGeom prst="ellipse">
                <a:avLst/>
              </a:prstGeom>
              <a:solidFill>
                <a:srgbClr val="99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55" name="文本框 54"/>
            <p:cNvSpPr txBox="1"/>
            <p:nvPr>
              <p:custDataLst>
                <p:tags r:id="rId15"/>
              </p:custDataLst>
            </p:nvPr>
          </p:nvSpPr>
          <p:spPr>
            <a:xfrm>
              <a:off x="1720134" y="1829842"/>
              <a:ext cx="4298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3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16"/>
            </p:custDataLst>
          </p:nvPr>
        </p:nvGrpSpPr>
        <p:grpSpPr>
          <a:xfrm>
            <a:off x="801444" y="2653330"/>
            <a:ext cx="2300943" cy="525351"/>
            <a:chOff x="794461" y="2756316"/>
            <a:chExt cx="2300943" cy="525351"/>
          </a:xfrm>
        </p:grpSpPr>
        <p:sp>
          <p:nvSpPr>
            <p:cNvPr id="11" name="矩形: 圆角 10"/>
            <p:cNvSpPr/>
            <p:nvPr>
              <p:custDataLst>
                <p:tags r:id="rId17"/>
              </p:custDataLst>
            </p:nvPr>
          </p:nvSpPr>
          <p:spPr>
            <a:xfrm>
              <a:off x="794461" y="2756316"/>
              <a:ext cx="2300943" cy="525351"/>
            </a:xfrm>
            <a:prstGeom prst="roundRect">
              <a:avLst>
                <a:gd name="adj" fmla="val 50000"/>
              </a:avLst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8"/>
              </p:custDataLst>
            </p:nvPr>
          </p:nvSpPr>
          <p:spPr>
            <a:xfrm>
              <a:off x="841759" y="2818937"/>
              <a:ext cx="22063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研究目标与内容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0" name="矩形 59"/>
          <p:cNvSpPr/>
          <p:nvPr>
            <p:custDataLst>
              <p:tags r:id="rId19"/>
            </p:custDataLst>
          </p:nvPr>
        </p:nvSpPr>
        <p:spPr>
          <a:xfrm>
            <a:off x="813313" y="3385803"/>
            <a:ext cx="2170356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单击此处添加文本内容，根据需要酌情增减文字，以便观者理解您传达的思想；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61" name="组合 60"/>
          <p:cNvGrpSpPr/>
          <p:nvPr>
            <p:custDataLst>
              <p:tags r:id="rId20"/>
            </p:custDataLst>
          </p:nvPr>
        </p:nvGrpSpPr>
        <p:grpSpPr>
          <a:xfrm>
            <a:off x="4892039" y="3023655"/>
            <a:ext cx="2300943" cy="525351"/>
            <a:chOff x="794461" y="2756316"/>
            <a:chExt cx="2300943" cy="525351"/>
          </a:xfrm>
        </p:grpSpPr>
        <p:sp>
          <p:nvSpPr>
            <p:cNvPr id="62" name="矩形: 圆角 61"/>
            <p:cNvSpPr/>
            <p:nvPr>
              <p:custDataLst>
                <p:tags r:id="rId21"/>
              </p:custDataLst>
            </p:nvPr>
          </p:nvSpPr>
          <p:spPr>
            <a:xfrm>
              <a:off x="794461" y="2756316"/>
              <a:ext cx="2300943" cy="525351"/>
            </a:xfrm>
            <a:prstGeom prst="roundRect">
              <a:avLst>
                <a:gd name="adj" fmla="val 50000"/>
              </a:avLst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22"/>
              </p:custDataLst>
            </p:nvPr>
          </p:nvSpPr>
          <p:spPr>
            <a:xfrm>
              <a:off x="841759" y="2818937"/>
              <a:ext cx="22063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研究目标与内容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4" name="矩形 63"/>
          <p:cNvSpPr/>
          <p:nvPr>
            <p:custDataLst>
              <p:tags r:id="rId23"/>
            </p:custDataLst>
          </p:nvPr>
        </p:nvSpPr>
        <p:spPr>
          <a:xfrm>
            <a:off x="4903908" y="3756128"/>
            <a:ext cx="2170356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65" name="组合 64"/>
          <p:cNvGrpSpPr/>
          <p:nvPr>
            <p:custDataLst>
              <p:tags r:id="rId24"/>
            </p:custDataLst>
          </p:nvPr>
        </p:nvGrpSpPr>
        <p:grpSpPr>
          <a:xfrm>
            <a:off x="9101951" y="2653330"/>
            <a:ext cx="2300943" cy="525351"/>
            <a:chOff x="794461" y="2756316"/>
            <a:chExt cx="2300943" cy="525351"/>
          </a:xfrm>
        </p:grpSpPr>
        <p:sp>
          <p:nvSpPr>
            <p:cNvPr id="66" name="矩形: 圆角 65"/>
            <p:cNvSpPr/>
            <p:nvPr>
              <p:custDataLst>
                <p:tags r:id="rId25"/>
              </p:custDataLst>
            </p:nvPr>
          </p:nvSpPr>
          <p:spPr>
            <a:xfrm>
              <a:off x="794461" y="2756316"/>
              <a:ext cx="2300943" cy="525351"/>
            </a:xfrm>
            <a:prstGeom prst="roundRect">
              <a:avLst>
                <a:gd name="adj" fmla="val 50000"/>
              </a:avLst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26"/>
              </p:custDataLst>
            </p:nvPr>
          </p:nvSpPr>
          <p:spPr>
            <a:xfrm>
              <a:off x="841759" y="2818937"/>
              <a:ext cx="22063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研究目标与内容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8" name="矩形 67"/>
          <p:cNvSpPr/>
          <p:nvPr>
            <p:custDataLst>
              <p:tags r:id="rId27"/>
            </p:custDataLst>
          </p:nvPr>
        </p:nvSpPr>
        <p:spPr>
          <a:xfrm>
            <a:off x="9113820" y="3385803"/>
            <a:ext cx="2170356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单击此处添加文本内容，根据需要酌情增减文字，以便观者理解您传达的思想；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740068" y="1171824"/>
            <a:ext cx="4951133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总体建设目标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的内容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3" name="矩形 12"/>
          <p:cNvSpPr/>
          <p:nvPr>
            <p:custDataLst>
              <p:tags r:id="rId28"/>
            </p:custDataLst>
          </p:nvPr>
        </p:nvSpPr>
        <p:spPr>
          <a:xfrm>
            <a:off x="3293247" y="4164012"/>
            <a:ext cx="1444553" cy="50196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1" name="矩形 70"/>
          <p:cNvSpPr/>
          <p:nvPr>
            <p:custDataLst>
              <p:tags r:id="rId29"/>
            </p:custDataLst>
          </p:nvPr>
        </p:nvSpPr>
        <p:spPr>
          <a:xfrm>
            <a:off x="7454198" y="4134484"/>
            <a:ext cx="1444553" cy="50196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建设目标与总体思路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2" name="文本框 1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总体建设目标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5"/>
          <p:cNvSpPr/>
          <p:nvPr/>
        </p:nvSpPr>
        <p:spPr bwMode="auto">
          <a:xfrm>
            <a:off x="4441741" y="1786522"/>
            <a:ext cx="1877592" cy="1706655"/>
          </a:xfrm>
          <a:custGeom>
            <a:avLst/>
            <a:gdLst>
              <a:gd name="T0" fmla="*/ 138 w 963"/>
              <a:gd name="T1" fmla="*/ 745 h 875"/>
              <a:gd name="T2" fmla="*/ 10 w 963"/>
              <a:gd name="T3" fmla="*/ 760 h 875"/>
              <a:gd name="T4" fmla="*/ 0 w 963"/>
              <a:gd name="T5" fmla="*/ 875 h 875"/>
              <a:gd name="T6" fmla="*/ 165 w 963"/>
              <a:gd name="T7" fmla="*/ 875 h 875"/>
              <a:gd name="T8" fmla="*/ 296 w 963"/>
              <a:gd name="T9" fmla="*/ 776 h 875"/>
              <a:gd name="T10" fmla="*/ 428 w 963"/>
              <a:gd name="T11" fmla="*/ 875 h 875"/>
              <a:gd name="T12" fmla="*/ 458 w 963"/>
              <a:gd name="T13" fmla="*/ 875 h 875"/>
              <a:gd name="T14" fmla="*/ 475 w 963"/>
              <a:gd name="T15" fmla="*/ 769 h 875"/>
              <a:gd name="T16" fmla="*/ 592 w 963"/>
              <a:gd name="T17" fmla="*/ 578 h 875"/>
              <a:gd name="T18" fmla="*/ 788 w 963"/>
              <a:gd name="T19" fmla="*/ 470 h 875"/>
              <a:gd name="T20" fmla="*/ 867 w 963"/>
              <a:gd name="T21" fmla="*/ 459 h 875"/>
              <a:gd name="T22" fmla="*/ 867 w 963"/>
              <a:gd name="T23" fmla="*/ 372 h 875"/>
              <a:gd name="T24" fmla="*/ 884 w 963"/>
              <a:gd name="T25" fmla="*/ 369 h 875"/>
              <a:gd name="T26" fmla="*/ 963 w 963"/>
              <a:gd name="T27" fmla="*/ 274 h 875"/>
              <a:gd name="T28" fmla="*/ 884 w 963"/>
              <a:gd name="T29" fmla="*/ 178 h 875"/>
              <a:gd name="T30" fmla="*/ 867 w 963"/>
              <a:gd name="T31" fmla="*/ 175 h 875"/>
              <a:gd name="T32" fmla="*/ 867 w 963"/>
              <a:gd name="T33" fmla="*/ 0 h 875"/>
              <a:gd name="T34" fmla="*/ 799 w 963"/>
              <a:gd name="T35" fmla="*/ 5 h 875"/>
              <a:gd name="T36" fmla="*/ 778 w 963"/>
              <a:gd name="T37" fmla="*/ 132 h 875"/>
              <a:gd name="T38" fmla="*/ 708 w 963"/>
              <a:gd name="T39" fmla="*/ 145 h 875"/>
              <a:gd name="T40" fmla="*/ 640 w 963"/>
              <a:gd name="T41" fmla="*/ 166 h 875"/>
              <a:gd name="T42" fmla="*/ 563 w 963"/>
              <a:gd name="T43" fmla="*/ 63 h 875"/>
              <a:gd name="T44" fmla="*/ 369 w 963"/>
              <a:gd name="T45" fmla="*/ 169 h 875"/>
              <a:gd name="T46" fmla="*/ 414 w 963"/>
              <a:gd name="T47" fmla="*/ 289 h 875"/>
              <a:gd name="T48" fmla="*/ 360 w 963"/>
              <a:gd name="T49" fmla="*/ 336 h 875"/>
              <a:gd name="T50" fmla="*/ 311 w 963"/>
              <a:gd name="T51" fmla="*/ 388 h 875"/>
              <a:gd name="T52" fmla="*/ 193 w 963"/>
              <a:gd name="T53" fmla="*/ 337 h 875"/>
              <a:gd name="T54" fmla="*/ 78 w 963"/>
              <a:gd name="T55" fmla="*/ 526 h 875"/>
              <a:gd name="T56" fmla="*/ 178 w 963"/>
              <a:gd name="T57" fmla="*/ 608 h 875"/>
              <a:gd name="T58" fmla="*/ 154 w 963"/>
              <a:gd name="T59" fmla="*/ 675 h 875"/>
              <a:gd name="T60" fmla="*/ 138 w 963"/>
              <a:gd name="T61" fmla="*/ 745 h 8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63" h="875">
                <a:moveTo>
                  <a:pt x="138" y="745"/>
                </a:moveTo>
                <a:cubicBezTo>
                  <a:pt x="95" y="748"/>
                  <a:pt x="51" y="753"/>
                  <a:pt x="10" y="760"/>
                </a:cubicBezTo>
                <a:cubicBezTo>
                  <a:pt x="4" y="798"/>
                  <a:pt x="1" y="836"/>
                  <a:pt x="0" y="875"/>
                </a:cubicBezTo>
                <a:cubicBezTo>
                  <a:pt x="165" y="875"/>
                  <a:pt x="165" y="875"/>
                  <a:pt x="165" y="875"/>
                </a:cubicBezTo>
                <a:cubicBezTo>
                  <a:pt x="181" y="817"/>
                  <a:pt x="234" y="776"/>
                  <a:pt x="296" y="776"/>
                </a:cubicBezTo>
                <a:cubicBezTo>
                  <a:pt x="358" y="776"/>
                  <a:pt x="411" y="817"/>
                  <a:pt x="428" y="875"/>
                </a:cubicBezTo>
                <a:cubicBezTo>
                  <a:pt x="458" y="875"/>
                  <a:pt x="458" y="875"/>
                  <a:pt x="458" y="875"/>
                </a:cubicBezTo>
                <a:cubicBezTo>
                  <a:pt x="459" y="839"/>
                  <a:pt x="465" y="804"/>
                  <a:pt x="475" y="769"/>
                </a:cubicBezTo>
                <a:cubicBezTo>
                  <a:pt x="496" y="697"/>
                  <a:pt x="537" y="630"/>
                  <a:pt x="592" y="578"/>
                </a:cubicBezTo>
                <a:cubicBezTo>
                  <a:pt x="645" y="525"/>
                  <a:pt x="714" y="490"/>
                  <a:pt x="788" y="470"/>
                </a:cubicBezTo>
                <a:cubicBezTo>
                  <a:pt x="814" y="464"/>
                  <a:pt x="840" y="461"/>
                  <a:pt x="867" y="459"/>
                </a:cubicBezTo>
                <a:cubicBezTo>
                  <a:pt x="867" y="372"/>
                  <a:pt x="867" y="372"/>
                  <a:pt x="867" y="372"/>
                </a:cubicBezTo>
                <a:cubicBezTo>
                  <a:pt x="884" y="369"/>
                  <a:pt x="884" y="369"/>
                  <a:pt x="884" y="369"/>
                </a:cubicBezTo>
                <a:cubicBezTo>
                  <a:pt x="930" y="361"/>
                  <a:pt x="963" y="322"/>
                  <a:pt x="963" y="274"/>
                </a:cubicBezTo>
                <a:cubicBezTo>
                  <a:pt x="963" y="226"/>
                  <a:pt x="930" y="186"/>
                  <a:pt x="884" y="178"/>
                </a:cubicBezTo>
                <a:cubicBezTo>
                  <a:pt x="867" y="175"/>
                  <a:pt x="867" y="175"/>
                  <a:pt x="867" y="175"/>
                </a:cubicBezTo>
                <a:cubicBezTo>
                  <a:pt x="867" y="0"/>
                  <a:pt x="867" y="0"/>
                  <a:pt x="867" y="0"/>
                </a:cubicBezTo>
                <a:cubicBezTo>
                  <a:pt x="844" y="1"/>
                  <a:pt x="822" y="2"/>
                  <a:pt x="799" y="5"/>
                </a:cubicBezTo>
                <a:cubicBezTo>
                  <a:pt x="790" y="48"/>
                  <a:pt x="783" y="89"/>
                  <a:pt x="778" y="132"/>
                </a:cubicBezTo>
                <a:cubicBezTo>
                  <a:pt x="708" y="145"/>
                  <a:pt x="708" y="145"/>
                  <a:pt x="708" y="145"/>
                </a:cubicBezTo>
                <a:cubicBezTo>
                  <a:pt x="640" y="166"/>
                  <a:pt x="640" y="166"/>
                  <a:pt x="640" y="166"/>
                </a:cubicBezTo>
                <a:cubicBezTo>
                  <a:pt x="616" y="130"/>
                  <a:pt x="590" y="96"/>
                  <a:pt x="563" y="63"/>
                </a:cubicBezTo>
                <a:cubicBezTo>
                  <a:pt x="494" y="89"/>
                  <a:pt x="429" y="126"/>
                  <a:pt x="369" y="169"/>
                </a:cubicBezTo>
                <a:cubicBezTo>
                  <a:pt x="382" y="209"/>
                  <a:pt x="397" y="250"/>
                  <a:pt x="414" y="289"/>
                </a:cubicBezTo>
                <a:cubicBezTo>
                  <a:pt x="396" y="305"/>
                  <a:pt x="377" y="319"/>
                  <a:pt x="360" y="336"/>
                </a:cubicBezTo>
                <a:cubicBezTo>
                  <a:pt x="344" y="353"/>
                  <a:pt x="326" y="369"/>
                  <a:pt x="311" y="388"/>
                </a:cubicBezTo>
                <a:cubicBezTo>
                  <a:pt x="273" y="370"/>
                  <a:pt x="233" y="353"/>
                  <a:pt x="193" y="337"/>
                </a:cubicBezTo>
                <a:cubicBezTo>
                  <a:pt x="147" y="395"/>
                  <a:pt x="108" y="459"/>
                  <a:pt x="78" y="526"/>
                </a:cubicBezTo>
                <a:cubicBezTo>
                  <a:pt x="111" y="555"/>
                  <a:pt x="144" y="582"/>
                  <a:pt x="178" y="608"/>
                </a:cubicBezTo>
                <a:cubicBezTo>
                  <a:pt x="167" y="630"/>
                  <a:pt x="162" y="653"/>
                  <a:pt x="154" y="675"/>
                </a:cubicBezTo>
                <a:cubicBezTo>
                  <a:pt x="146" y="698"/>
                  <a:pt x="143" y="721"/>
                  <a:pt x="138" y="745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 sz="1400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4" name="Freeform 6"/>
          <p:cNvSpPr/>
          <p:nvPr/>
        </p:nvSpPr>
        <p:spPr bwMode="auto">
          <a:xfrm>
            <a:off x="6209444" y="1786522"/>
            <a:ext cx="1702584" cy="1893872"/>
          </a:xfrm>
          <a:custGeom>
            <a:avLst/>
            <a:gdLst>
              <a:gd name="T0" fmla="*/ 0 w 873"/>
              <a:gd name="T1" fmla="*/ 143 h 971"/>
              <a:gd name="T2" fmla="*/ 96 w 873"/>
              <a:gd name="T3" fmla="*/ 274 h 971"/>
              <a:gd name="T4" fmla="*/ 0 w 873"/>
              <a:gd name="T5" fmla="*/ 405 h 971"/>
              <a:gd name="T6" fmla="*/ 0 w 873"/>
              <a:gd name="T7" fmla="*/ 458 h 971"/>
              <a:gd name="T8" fmla="*/ 104 w 873"/>
              <a:gd name="T9" fmla="*/ 475 h 971"/>
              <a:gd name="T10" fmla="*/ 296 w 873"/>
              <a:gd name="T11" fmla="*/ 592 h 971"/>
              <a:gd name="T12" fmla="*/ 403 w 873"/>
              <a:gd name="T13" fmla="*/ 788 h 971"/>
              <a:gd name="T14" fmla="*/ 415 w 873"/>
              <a:gd name="T15" fmla="*/ 871 h 971"/>
              <a:gd name="T16" fmla="*/ 516 w 873"/>
              <a:gd name="T17" fmla="*/ 871 h 971"/>
              <a:gd name="T18" fmla="*/ 519 w 873"/>
              <a:gd name="T19" fmla="*/ 888 h 971"/>
              <a:gd name="T20" fmla="*/ 615 w 873"/>
              <a:gd name="T21" fmla="*/ 971 h 971"/>
              <a:gd name="T22" fmla="*/ 711 w 873"/>
              <a:gd name="T23" fmla="*/ 889 h 971"/>
              <a:gd name="T24" fmla="*/ 713 w 873"/>
              <a:gd name="T25" fmla="*/ 871 h 971"/>
              <a:gd name="T26" fmla="*/ 873 w 873"/>
              <a:gd name="T27" fmla="*/ 871 h 971"/>
              <a:gd name="T28" fmla="*/ 868 w 873"/>
              <a:gd name="T29" fmla="*/ 799 h 971"/>
              <a:gd name="T30" fmla="*/ 742 w 873"/>
              <a:gd name="T31" fmla="*/ 778 h 971"/>
              <a:gd name="T32" fmla="*/ 728 w 873"/>
              <a:gd name="T33" fmla="*/ 708 h 971"/>
              <a:gd name="T34" fmla="*/ 708 w 873"/>
              <a:gd name="T35" fmla="*/ 640 h 971"/>
              <a:gd name="T36" fmla="*/ 811 w 873"/>
              <a:gd name="T37" fmla="*/ 563 h 971"/>
              <a:gd name="T38" fmla="*/ 705 w 873"/>
              <a:gd name="T39" fmla="*/ 369 h 971"/>
              <a:gd name="T40" fmla="*/ 584 w 873"/>
              <a:gd name="T41" fmla="*/ 414 h 971"/>
              <a:gd name="T42" fmla="*/ 537 w 873"/>
              <a:gd name="T43" fmla="*/ 360 h 971"/>
              <a:gd name="T44" fmla="*/ 485 w 873"/>
              <a:gd name="T45" fmla="*/ 311 h 971"/>
              <a:gd name="T46" fmla="*/ 536 w 873"/>
              <a:gd name="T47" fmla="*/ 193 h 971"/>
              <a:gd name="T48" fmla="*/ 347 w 873"/>
              <a:gd name="T49" fmla="*/ 78 h 971"/>
              <a:gd name="T50" fmla="*/ 266 w 873"/>
              <a:gd name="T51" fmla="*/ 178 h 971"/>
              <a:gd name="T52" fmla="*/ 198 w 873"/>
              <a:gd name="T53" fmla="*/ 154 h 971"/>
              <a:gd name="T54" fmla="*/ 129 w 873"/>
              <a:gd name="T55" fmla="*/ 138 h 971"/>
              <a:gd name="T56" fmla="*/ 113 w 873"/>
              <a:gd name="T57" fmla="*/ 9 h 971"/>
              <a:gd name="T58" fmla="*/ 0 w 873"/>
              <a:gd name="T59" fmla="*/ 0 h 971"/>
              <a:gd name="T60" fmla="*/ 0 w 873"/>
              <a:gd name="T61" fmla="*/ 143 h 9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73" h="971">
                <a:moveTo>
                  <a:pt x="0" y="143"/>
                </a:moveTo>
                <a:cubicBezTo>
                  <a:pt x="57" y="160"/>
                  <a:pt x="96" y="213"/>
                  <a:pt x="96" y="274"/>
                </a:cubicBezTo>
                <a:cubicBezTo>
                  <a:pt x="96" y="335"/>
                  <a:pt x="57" y="387"/>
                  <a:pt x="0" y="405"/>
                </a:cubicBezTo>
                <a:cubicBezTo>
                  <a:pt x="0" y="458"/>
                  <a:pt x="0" y="458"/>
                  <a:pt x="0" y="458"/>
                </a:cubicBezTo>
                <a:cubicBezTo>
                  <a:pt x="35" y="460"/>
                  <a:pt x="70" y="465"/>
                  <a:pt x="104" y="475"/>
                </a:cubicBezTo>
                <a:cubicBezTo>
                  <a:pt x="177" y="496"/>
                  <a:pt x="244" y="537"/>
                  <a:pt x="296" y="592"/>
                </a:cubicBezTo>
                <a:cubicBezTo>
                  <a:pt x="349" y="646"/>
                  <a:pt x="384" y="714"/>
                  <a:pt x="403" y="788"/>
                </a:cubicBezTo>
                <a:cubicBezTo>
                  <a:pt x="409" y="815"/>
                  <a:pt x="413" y="843"/>
                  <a:pt x="415" y="871"/>
                </a:cubicBezTo>
                <a:cubicBezTo>
                  <a:pt x="516" y="871"/>
                  <a:pt x="516" y="871"/>
                  <a:pt x="516" y="871"/>
                </a:cubicBezTo>
                <a:cubicBezTo>
                  <a:pt x="519" y="888"/>
                  <a:pt x="519" y="888"/>
                  <a:pt x="519" y="888"/>
                </a:cubicBezTo>
                <a:cubicBezTo>
                  <a:pt x="526" y="936"/>
                  <a:pt x="567" y="971"/>
                  <a:pt x="615" y="971"/>
                </a:cubicBezTo>
                <a:cubicBezTo>
                  <a:pt x="663" y="971"/>
                  <a:pt x="703" y="936"/>
                  <a:pt x="711" y="889"/>
                </a:cubicBezTo>
                <a:cubicBezTo>
                  <a:pt x="713" y="871"/>
                  <a:pt x="713" y="871"/>
                  <a:pt x="713" y="871"/>
                </a:cubicBezTo>
                <a:cubicBezTo>
                  <a:pt x="873" y="871"/>
                  <a:pt x="873" y="871"/>
                  <a:pt x="873" y="871"/>
                </a:cubicBezTo>
                <a:cubicBezTo>
                  <a:pt x="873" y="847"/>
                  <a:pt x="871" y="823"/>
                  <a:pt x="868" y="799"/>
                </a:cubicBezTo>
                <a:cubicBezTo>
                  <a:pt x="826" y="791"/>
                  <a:pt x="785" y="783"/>
                  <a:pt x="742" y="778"/>
                </a:cubicBezTo>
                <a:cubicBezTo>
                  <a:pt x="728" y="708"/>
                  <a:pt x="728" y="708"/>
                  <a:pt x="728" y="708"/>
                </a:cubicBezTo>
                <a:cubicBezTo>
                  <a:pt x="708" y="640"/>
                  <a:pt x="708" y="640"/>
                  <a:pt x="708" y="640"/>
                </a:cubicBezTo>
                <a:cubicBezTo>
                  <a:pt x="744" y="616"/>
                  <a:pt x="777" y="590"/>
                  <a:pt x="811" y="563"/>
                </a:cubicBezTo>
                <a:cubicBezTo>
                  <a:pt x="785" y="494"/>
                  <a:pt x="747" y="429"/>
                  <a:pt x="705" y="369"/>
                </a:cubicBezTo>
                <a:cubicBezTo>
                  <a:pt x="664" y="382"/>
                  <a:pt x="623" y="398"/>
                  <a:pt x="584" y="414"/>
                </a:cubicBezTo>
                <a:cubicBezTo>
                  <a:pt x="569" y="396"/>
                  <a:pt x="555" y="377"/>
                  <a:pt x="537" y="360"/>
                </a:cubicBezTo>
                <a:cubicBezTo>
                  <a:pt x="520" y="344"/>
                  <a:pt x="504" y="326"/>
                  <a:pt x="485" y="311"/>
                </a:cubicBezTo>
                <a:cubicBezTo>
                  <a:pt x="504" y="273"/>
                  <a:pt x="521" y="233"/>
                  <a:pt x="536" y="193"/>
                </a:cubicBezTo>
                <a:cubicBezTo>
                  <a:pt x="478" y="147"/>
                  <a:pt x="415" y="108"/>
                  <a:pt x="347" y="78"/>
                </a:cubicBezTo>
                <a:cubicBezTo>
                  <a:pt x="318" y="111"/>
                  <a:pt x="291" y="144"/>
                  <a:pt x="266" y="178"/>
                </a:cubicBezTo>
                <a:cubicBezTo>
                  <a:pt x="244" y="168"/>
                  <a:pt x="221" y="162"/>
                  <a:pt x="198" y="154"/>
                </a:cubicBezTo>
                <a:cubicBezTo>
                  <a:pt x="176" y="147"/>
                  <a:pt x="152" y="143"/>
                  <a:pt x="129" y="138"/>
                </a:cubicBezTo>
                <a:cubicBezTo>
                  <a:pt x="125" y="95"/>
                  <a:pt x="121" y="51"/>
                  <a:pt x="113" y="9"/>
                </a:cubicBezTo>
                <a:cubicBezTo>
                  <a:pt x="76" y="5"/>
                  <a:pt x="38" y="1"/>
                  <a:pt x="0" y="0"/>
                </a:cubicBezTo>
                <a:lnTo>
                  <a:pt x="0" y="14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 sz="1400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5" name="Freeform 7"/>
          <p:cNvSpPr/>
          <p:nvPr/>
        </p:nvSpPr>
        <p:spPr bwMode="auto">
          <a:xfrm>
            <a:off x="4441741" y="3379219"/>
            <a:ext cx="1690375" cy="1878948"/>
          </a:xfrm>
          <a:custGeom>
            <a:avLst/>
            <a:gdLst>
              <a:gd name="T0" fmla="*/ 867 w 867"/>
              <a:gd name="T1" fmla="*/ 827 h 964"/>
              <a:gd name="T2" fmla="*/ 772 w 867"/>
              <a:gd name="T3" fmla="*/ 696 h 964"/>
              <a:gd name="T4" fmla="*/ 867 w 867"/>
              <a:gd name="T5" fmla="*/ 566 h 964"/>
              <a:gd name="T6" fmla="*/ 867 w 867"/>
              <a:gd name="T7" fmla="*/ 506 h 964"/>
              <a:gd name="T8" fmla="*/ 769 w 867"/>
              <a:gd name="T9" fmla="*/ 489 h 964"/>
              <a:gd name="T10" fmla="*/ 578 w 867"/>
              <a:gd name="T11" fmla="*/ 373 h 964"/>
              <a:gd name="T12" fmla="*/ 470 w 867"/>
              <a:gd name="T13" fmla="*/ 177 h 964"/>
              <a:gd name="T14" fmla="*/ 459 w 867"/>
              <a:gd name="T15" fmla="*/ 99 h 964"/>
              <a:gd name="T16" fmla="*/ 395 w 867"/>
              <a:gd name="T17" fmla="*/ 99 h 964"/>
              <a:gd name="T18" fmla="*/ 392 w 867"/>
              <a:gd name="T19" fmla="*/ 82 h 964"/>
              <a:gd name="T20" fmla="*/ 296 w 867"/>
              <a:gd name="T21" fmla="*/ 0 h 964"/>
              <a:gd name="T22" fmla="*/ 200 w 867"/>
              <a:gd name="T23" fmla="*/ 82 h 964"/>
              <a:gd name="T24" fmla="*/ 198 w 867"/>
              <a:gd name="T25" fmla="*/ 99 h 964"/>
              <a:gd name="T26" fmla="*/ 0 w 867"/>
              <a:gd name="T27" fmla="*/ 99 h 964"/>
              <a:gd name="T28" fmla="*/ 5 w 867"/>
              <a:gd name="T29" fmla="*/ 165 h 964"/>
              <a:gd name="T30" fmla="*/ 132 w 867"/>
              <a:gd name="T31" fmla="*/ 186 h 964"/>
              <a:gd name="T32" fmla="*/ 145 w 867"/>
              <a:gd name="T33" fmla="*/ 256 h 964"/>
              <a:gd name="T34" fmla="*/ 165 w 867"/>
              <a:gd name="T35" fmla="*/ 324 h 964"/>
              <a:gd name="T36" fmla="*/ 63 w 867"/>
              <a:gd name="T37" fmla="*/ 401 h 964"/>
              <a:gd name="T38" fmla="*/ 169 w 867"/>
              <a:gd name="T39" fmla="*/ 596 h 964"/>
              <a:gd name="T40" fmla="*/ 289 w 867"/>
              <a:gd name="T41" fmla="*/ 550 h 964"/>
              <a:gd name="T42" fmla="*/ 336 w 867"/>
              <a:gd name="T43" fmla="*/ 604 h 964"/>
              <a:gd name="T44" fmla="*/ 388 w 867"/>
              <a:gd name="T45" fmla="*/ 653 h 964"/>
              <a:gd name="T46" fmla="*/ 338 w 867"/>
              <a:gd name="T47" fmla="*/ 772 h 964"/>
              <a:gd name="T48" fmla="*/ 526 w 867"/>
              <a:gd name="T49" fmla="*/ 886 h 964"/>
              <a:gd name="T50" fmla="*/ 608 w 867"/>
              <a:gd name="T51" fmla="*/ 787 h 964"/>
              <a:gd name="T52" fmla="*/ 675 w 867"/>
              <a:gd name="T53" fmla="*/ 810 h 964"/>
              <a:gd name="T54" fmla="*/ 745 w 867"/>
              <a:gd name="T55" fmla="*/ 827 h 964"/>
              <a:gd name="T56" fmla="*/ 760 w 867"/>
              <a:gd name="T57" fmla="*/ 955 h 964"/>
              <a:gd name="T58" fmla="*/ 867 w 867"/>
              <a:gd name="T59" fmla="*/ 964 h 964"/>
              <a:gd name="T60" fmla="*/ 867 w 867"/>
              <a:gd name="T61" fmla="*/ 827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867" h="964">
                <a:moveTo>
                  <a:pt x="867" y="827"/>
                </a:moveTo>
                <a:cubicBezTo>
                  <a:pt x="811" y="809"/>
                  <a:pt x="772" y="758"/>
                  <a:pt x="772" y="696"/>
                </a:cubicBezTo>
                <a:cubicBezTo>
                  <a:pt x="772" y="635"/>
                  <a:pt x="811" y="583"/>
                  <a:pt x="867" y="566"/>
                </a:cubicBezTo>
                <a:cubicBezTo>
                  <a:pt x="867" y="506"/>
                  <a:pt x="867" y="506"/>
                  <a:pt x="867" y="506"/>
                </a:cubicBezTo>
                <a:cubicBezTo>
                  <a:pt x="834" y="504"/>
                  <a:pt x="801" y="499"/>
                  <a:pt x="769" y="489"/>
                </a:cubicBezTo>
                <a:cubicBezTo>
                  <a:pt x="697" y="468"/>
                  <a:pt x="630" y="428"/>
                  <a:pt x="578" y="373"/>
                </a:cubicBezTo>
                <a:cubicBezTo>
                  <a:pt x="525" y="319"/>
                  <a:pt x="490" y="250"/>
                  <a:pt x="470" y="177"/>
                </a:cubicBezTo>
                <a:cubicBezTo>
                  <a:pt x="464" y="151"/>
                  <a:pt x="461" y="125"/>
                  <a:pt x="459" y="99"/>
                </a:cubicBezTo>
                <a:cubicBezTo>
                  <a:pt x="395" y="99"/>
                  <a:pt x="395" y="99"/>
                  <a:pt x="395" y="99"/>
                </a:cubicBezTo>
                <a:cubicBezTo>
                  <a:pt x="392" y="82"/>
                  <a:pt x="392" y="82"/>
                  <a:pt x="392" y="82"/>
                </a:cubicBezTo>
                <a:cubicBezTo>
                  <a:pt x="385" y="35"/>
                  <a:pt x="344" y="0"/>
                  <a:pt x="296" y="0"/>
                </a:cubicBezTo>
                <a:cubicBezTo>
                  <a:pt x="248" y="0"/>
                  <a:pt x="208" y="35"/>
                  <a:pt x="200" y="82"/>
                </a:cubicBezTo>
                <a:cubicBezTo>
                  <a:pt x="198" y="99"/>
                  <a:pt x="198" y="99"/>
                  <a:pt x="198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1" y="121"/>
                  <a:pt x="3" y="143"/>
                  <a:pt x="5" y="165"/>
                </a:cubicBezTo>
                <a:cubicBezTo>
                  <a:pt x="48" y="174"/>
                  <a:pt x="89" y="181"/>
                  <a:pt x="132" y="186"/>
                </a:cubicBezTo>
                <a:cubicBezTo>
                  <a:pt x="145" y="256"/>
                  <a:pt x="145" y="256"/>
                  <a:pt x="145" y="256"/>
                </a:cubicBezTo>
                <a:cubicBezTo>
                  <a:pt x="165" y="324"/>
                  <a:pt x="165" y="324"/>
                  <a:pt x="165" y="324"/>
                </a:cubicBezTo>
                <a:cubicBezTo>
                  <a:pt x="130" y="349"/>
                  <a:pt x="96" y="374"/>
                  <a:pt x="63" y="401"/>
                </a:cubicBezTo>
                <a:cubicBezTo>
                  <a:pt x="89" y="471"/>
                  <a:pt x="126" y="535"/>
                  <a:pt x="169" y="596"/>
                </a:cubicBezTo>
                <a:cubicBezTo>
                  <a:pt x="209" y="583"/>
                  <a:pt x="250" y="567"/>
                  <a:pt x="289" y="550"/>
                </a:cubicBezTo>
                <a:cubicBezTo>
                  <a:pt x="305" y="568"/>
                  <a:pt x="319" y="588"/>
                  <a:pt x="336" y="604"/>
                </a:cubicBezTo>
                <a:cubicBezTo>
                  <a:pt x="353" y="621"/>
                  <a:pt x="369" y="639"/>
                  <a:pt x="388" y="653"/>
                </a:cubicBezTo>
                <a:cubicBezTo>
                  <a:pt x="370" y="692"/>
                  <a:pt x="353" y="731"/>
                  <a:pt x="338" y="772"/>
                </a:cubicBezTo>
                <a:cubicBezTo>
                  <a:pt x="395" y="818"/>
                  <a:pt x="459" y="856"/>
                  <a:pt x="526" y="886"/>
                </a:cubicBezTo>
                <a:cubicBezTo>
                  <a:pt x="555" y="854"/>
                  <a:pt x="582" y="821"/>
                  <a:pt x="608" y="787"/>
                </a:cubicBezTo>
                <a:cubicBezTo>
                  <a:pt x="629" y="797"/>
                  <a:pt x="653" y="802"/>
                  <a:pt x="675" y="810"/>
                </a:cubicBezTo>
                <a:cubicBezTo>
                  <a:pt x="698" y="818"/>
                  <a:pt x="721" y="822"/>
                  <a:pt x="745" y="827"/>
                </a:cubicBezTo>
                <a:cubicBezTo>
                  <a:pt x="748" y="870"/>
                  <a:pt x="753" y="913"/>
                  <a:pt x="760" y="955"/>
                </a:cubicBezTo>
                <a:cubicBezTo>
                  <a:pt x="795" y="960"/>
                  <a:pt x="831" y="963"/>
                  <a:pt x="867" y="964"/>
                </a:cubicBezTo>
                <a:lnTo>
                  <a:pt x="867" y="827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 sz="1400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59" name="Freeform 8"/>
          <p:cNvSpPr/>
          <p:nvPr/>
        </p:nvSpPr>
        <p:spPr bwMode="auto">
          <a:xfrm>
            <a:off x="6022228" y="3563722"/>
            <a:ext cx="1889800" cy="1694445"/>
          </a:xfrm>
          <a:custGeom>
            <a:avLst/>
            <a:gdLst>
              <a:gd name="T0" fmla="*/ 832 w 969"/>
              <a:gd name="T1" fmla="*/ 125 h 869"/>
              <a:gd name="T2" fmla="*/ 960 w 969"/>
              <a:gd name="T3" fmla="*/ 110 h 869"/>
              <a:gd name="T4" fmla="*/ 969 w 969"/>
              <a:gd name="T5" fmla="*/ 0 h 869"/>
              <a:gd name="T6" fmla="*/ 842 w 969"/>
              <a:gd name="T7" fmla="*/ 0 h 869"/>
              <a:gd name="T8" fmla="*/ 711 w 969"/>
              <a:gd name="T9" fmla="*/ 99 h 869"/>
              <a:gd name="T10" fmla="*/ 579 w 969"/>
              <a:gd name="T11" fmla="*/ 0 h 869"/>
              <a:gd name="T12" fmla="*/ 511 w 969"/>
              <a:gd name="T13" fmla="*/ 0 h 869"/>
              <a:gd name="T14" fmla="*/ 494 w 969"/>
              <a:gd name="T15" fmla="*/ 100 h 869"/>
              <a:gd name="T16" fmla="*/ 378 w 969"/>
              <a:gd name="T17" fmla="*/ 292 h 869"/>
              <a:gd name="T18" fmla="*/ 182 w 969"/>
              <a:gd name="T19" fmla="*/ 400 h 869"/>
              <a:gd name="T20" fmla="*/ 96 w 969"/>
              <a:gd name="T21" fmla="*/ 411 h 869"/>
              <a:gd name="T22" fmla="*/ 96 w 969"/>
              <a:gd name="T23" fmla="*/ 503 h 869"/>
              <a:gd name="T24" fmla="*/ 79 w 969"/>
              <a:gd name="T25" fmla="*/ 506 h 869"/>
              <a:gd name="T26" fmla="*/ 0 w 969"/>
              <a:gd name="T27" fmla="*/ 601 h 869"/>
              <a:gd name="T28" fmla="*/ 79 w 969"/>
              <a:gd name="T29" fmla="*/ 697 h 869"/>
              <a:gd name="T30" fmla="*/ 96 w 969"/>
              <a:gd name="T31" fmla="*/ 700 h 869"/>
              <a:gd name="T32" fmla="*/ 96 w 969"/>
              <a:gd name="T33" fmla="*/ 869 h 869"/>
              <a:gd name="T34" fmla="*/ 170 w 969"/>
              <a:gd name="T35" fmla="*/ 864 h 869"/>
              <a:gd name="T36" fmla="*/ 191 w 969"/>
              <a:gd name="T37" fmla="*/ 738 h 869"/>
              <a:gd name="T38" fmla="*/ 261 w 969"/>
              <a:gd name="T39" fmla="*/ 725 h 869"/>
              <a:gd name="T40" fmla="*/ 330 w 969"/>
              <a:gd name="T41" fmla="*/ 704 h 869"/>
              <a:gd name="T42" fmla="*/ 406 w 969"/>
              <a:gd name="T43" fmla="*/ 807 h 869"/>
              <a:gd name="T44" fmla="*/ 601 w 969"/>
              <a:gd name="T45" fmla="*/ 701 h 869"/>
              <a:gd name="T46" fmla="*/ 555 w 969"/>
              <a:gd name="T47" fmla="*/ 580 h 869"/>
              <a:gd name="T48" fmla="*/ 609 w 969"/>
              <a:gd name="T49" fmla="*/ 533 h 869"/>
              <a:gd name="T50" fmla="*/ 658 w 969"/>
              <a:gd name="T51" fmla="*/ 482 h 869"/>
              <a:gd name="T52" fmla="*/ 777 w 969"/>
              <a:gd name="T53" fmla="*/ 532 h 869"/>
              <a:gd name="T54" fmla="*/ 891 w 969"/>
              <a:gd name="T55" fmla="*/ 343 h 869"/>
              <a:gd name="T56" fmla="*/ 792 w 969"/>
              <a:gd name="T57" fmla="*/ 262 h 869"/>
              <a:gd name="T58" fmla="*/ 815 w 969"/>
              <a:gd name="T59" fmla="*/ 194 h 869"/>
              <a:gd name="T60" fmla="*/ 832 w 969"/>
              <a:gd name="T61" fmla="*/ 125 h 8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969" h="869">
                <a:moveTo>
                  <a:pt x="832" y="125"/>
                </a:moveTo>
                <a:cubicBezTo>
                  <a:pt x="874" y="121"/>
                  <a:pt x="918" y="117"/>
                  <a:pt x="960" y="110"/>
                </a:cubicBezTo>
                <a:cubicBezTo>
                  <a:pt x="965" y="73"/>
                  <a:pt x="968" y="37"/>
                  <a:pt x="969" y="0"/>
                </a:cubicBezTo>
                <a:cubicBezTo>
                  <a:pt x="842" y="0"/>
                  <a:pt x="842" y="0"/>
                  <a:pt x="842" y="0"/>
                </a:cubicBezTo>
                <a:cubicBezTo>
                  <a:pt x="826" y="60"/>
                  <a:pt x="773" y="99"/>
                  <a:pt x="711" y="99"/>
                </a:cubicBezTo>
                <a:cubicBezTo>
                  <a:pt x="649" y="99"/>
                  <a:pt x="596" y="60"/>
                  <a:pt x="579" y="0"/>
                </a:cubicBezTo>
                <a:cubicBezTo>
                  <a:pt x="511" y="0"/>
                  <a:pt x="511" y="0"/>
                  <a:pt x="511" y="0"/>
                </a:cubicBezTo>
                <a:cubicBezTo>
                  <a:pt x="509" y="34"/>
                  <a:pt x="504" y="67"/>
                  <a:pt x="494" y="100"/>
                </a:cubicBezTo>
                <a:cubicBezTo>
                  <a:pt x="473" y="173"/>
                  <a:pt x="432" y="239"/>
                  <a:pt x="378" y="292"/>
                </a:cubicBezTo>
                <a:cubicBezTo>
                  <a:pt x="324" y="345"/>
                  <a:pt x="255" y="380"/>
                  <a:pt x="182" y="400"/>
                </a:cubicBezTo>
                <a:cubicBezTo>
                  <a:pt x="154" y="406"/>
                  <a:pt x="125" y="410"/>
                  <a:pt x="96" y="411"/>
                </a:cubicBezTo>
                <a:cubicBezTo>
                  <a:pt x="96" y="503"/>
                  <a:pt x="96" y="503"/>
                  <a:pt x="96" y="503"/>
                </a:cubicBezTo>
                <a:cubicBezTo>
                  <a:pt x="79" y="506"/>
                  <a:pt x="79" y="506"/>
                  <a:pt x="79" y="506"/>
                </a:cubicBezTo>
                <a:cubicBezTo>
                  <a:pt x="33" y="515"/>
                  <a:pt x="0" y="554"/>
                  <a:pt x="0" y="601"/>
                </a:cubicBezTo>
                <a:cubicBezTo>
                  <a:pt x="0" y="649"/>
                  <a:pt x="33" y="688"/>
                  <a:pt x="79" y="697"/>
                </a:cubicBezTo>
                <a:cubicBezTo>
                  <a:pt x="96" y="700"/>
                  <a:pt x="96" y="700"/>
                  <a:pt x="96" y="700"/>
                </a:cubicBezTo>
                <a:cubicBezTo>
                  <a:pt x="96" y="869"/>
                  <a:pt x="96" y="869"/>
                  <a:pt x="96" y="869"/>
                </a:cubicBezTo>
                <a:cubicBezTo>
                  <a:pt x="121" y="869"/>
                  <a:pt x="146" y="867"/>
                  <a:pt x="170" y="864"/>
                </a:cubicBezTo>
                <a:cubicBezTo>
                  <a:pt x="179" y="822"/>
                  <a:pt x="186" y="781"/>
                  <a:pt x="191" y="738"/>
                </a:cubicBezTo>
                <a:cubicBezTo>
                  <a:pt x="261" y="725"/>
                  <a:pt x="261" y="725"/>
                  <a:pt x="261" y="725"/>
                </a:cubicBezTo>
                <a:cubicBezTo>
                  <a:pt x="330" y="704"/>
                  <a:pt x="330" y="704"/>
                  <a:pt x="330" y="704"/>
                </a:cubicBezTo>
                <a:cubicBezTo>
                  <a:pt x="354" y="740"/>
                  <a:pt x="379" y="773"/>
                  <a:pt x="406" y="807"/>
                </a:cubicBezTo>
                <a:cubicBezTo>
                  <a:pt x="476" y="781"/>
                  <a:pt x="540" y="743"/>
                  <a:pt x="601" y="701"/>
                </a:cubicBezTo>
                <a:cubicBezTo>
                  <a:pt x="588" y="660"/>
                  <a:pt x="572" y="619"/>
                  <a:pt x="555" y="580"/>
                </a:cubicBezTo>
                <a:cubicBezTo>
                  <a:pt x="573" y="565"/>
                  <a:pt x="593" y="551"/>
                  <a:pt x="609" y="533"/>
                </a:cubicBezTo>
                <a:cubicBezTo>
                  <a:pt x="626" y="516"/>
                  <a:pt x="644" y="501"/>
                  <a:pt x="658" y="482"/>
                </a:cubicBezTo>
                <a:cubicBezTo>
                  <a:pt x="696" y="500"/>
                  <a:pt x="736" y="516"/>
                  <a:pt x="777" y="532"/>
                </a:cubicBezTo>
                <a:cubicBezTo>
                  <a:pt x="823" y="474"/>
                  <a:pt x="861" y="411"/>
                  <a:pt x="891" y="343"/>
                </a:cubicBezTo>
                <a:cubicBezTo>
                  <a:pt x="859" y="314"/>
                  <a:pt x="826" y="287"/>
                  <a:pt x="792" y="262"/>
                </a:cubicBezTo>
                <a:cubicBezTo>
                  <a:pt x="802" y="240"/>
                  <a:pt x="807" y="217"/>
                  <a:pt x="815" y="194"/>
                </a:cubicBezTo>
                <a:cubicBezTo>
                  <a:pt x="823" y="172"/>
                  <a:pt x="826" y="148"/>
                  <a:pt x="832" y="125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 sz="1400">
              <a:solidFill>
                <a:sysClr val="window" lastClr="FFFFFF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31856" y="1380435"/>
            <a:ext cx="4336004" cy="1660545"/>
            <a:chOff x="831856" y="1349156"/>
            <a:chExt cx="4336004" cy="1660545"/>
          </a:xfrm>
        </p:grpSpPr>
        <p:grpSp>
          <p:nvGrpSpPr>
            <p:cNvPr id="2" name="组合 1"/>
            <p:cNvGrpSpPr/>
            <p:nvPr/>
          </p:nvGrpSpPr>
          <p:grpSpPr>
            <a:xfrm>
              <a:off x="831856" y="1349156"/>
              <a:ext cx="3336285" cy="1660545"/>
              <a:chOff x="831856" y="1349156"/>
              <a:chExt cx="3336285" cy="1660545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831857" y="1810821"/>
                <a:ext cx="3336284" cy="1198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单击此处添加文本内容，根据需要酌情增减文字，以便观者理解您传达的思想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831856" y="1349156"/>
                <a:ext cx="221386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建设原则</a:t>
                </a:r>
                <a:r>
                  <a:rPr lang="en-US" altLang="zh-CN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2903220" y="1554480"/>
              <a:ext cx="2065020" cy="0"/>
            </a:xfrm>
            <a:prstGeom prst="line">
              <a:avLst/>
            </a:prstGeom>
            <a:ln w="12700">
              <a:solidFill>
                <a:srgbClr val="99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4980432" y="1573892"/>
              <a:ext cx="187428" cy="220564"/>
            </a:xfrm>
            <a:prstGeom prst="line">
              <a:avLst/>
            </a:prstGeom>
            <a:ln w="12700">
              <a:solidFill>
                <a:srgbClr val="99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831856" y="4351191"/>
            <a:ext cx="3663944" cy="1660545"/>
            <a:chOff x="831856" y="4303566"/>
            <a:chExt cx="3663944" cy="1660545"/>
          </a:xfrm>
        </p:grpSpPr>
        <p:grpSp>
          <p:nvGrpSpPr>
            <p:cNvPr id="75" name="组合 74"/>
            <p:cNvGrpSpPr/>
            <p:nvPr/>
          </p:nvGrpSpPr>
          <p:grpSpPr>
            <a:xfrm>
              <a:off x="831856" y="4303566"/>
              <a:ext cx="3336285" cy="1660545"/>
              <a:chOff x="831856" y="1349156"/>
              <a:chExt cx="3336285" cy="1660545"/>
            </a:xfrm>
          </p:grpSpPr>
          <p:sp>
            <p:nvSpPr>
              <p:cNvPr id="78" name="矩形 77"/>
              <p:cNvSpPr/>
              <p:nvPr/>
            </p:nvSpPr>
            <p:spPr>
              <a:xfrm>
                <a:off x="831857" y="1810821"/>
                <a:ext cx="3336284" cy="1198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单击此处添加文本内容，根据需要酌情增减文字，以便观者理解您传达的思想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831856" y="1349156"/>
                <a:ext cx="221386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建设原则</a:t>
                </a:r>
                <a:r>
                  <a:rPr lang="en-US" altLang="zh-CN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76" name="直接连接符 75"/>
            <p:cNvCxnSpPr/>
            <p:nvPr/>
          </p:nvCxnSpPr>
          <p:spPr>
            <a:xfrm>
              <a:off x="2903220" y="4508890"/>
              <a:ext cx="1592580" cy="0"/>
            </a:xfrm>
            <a:prstGeom prst="line">
              <a:avLst/>
            </a:prstGeom>
            <a:ln w="12700">
              <a:solidFill>
                <a:srgbClr val="99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 flipH="1">
            <a:off x="7784306" y="4349457"/>
            <a:ext cx="3860007" cy="1662279"/>
            <a:chOff x="635793" y="4301832"/>
            <a:chExt cx="3860007" cy="1662279"/>
          </a:xfrm>
        </p:grpSpPr>
        <p:grpSp>
          <p:nvGrpSpPr>
            <p:cNvPr id="81" name="组合 80"/>
            <p:cNvGrpSpPr/>
            <p:nvPr/>
          </p:nvGrpSpPr>
          <p:grpSpPr>
            <a:xfrm>
              <a:off x="635793" y="4301832"/>
              <a:ext cx="3532348" cy="1662279"/>
              <a:chOff x="635793" y="1347422"/>
              <a:chExt cx="3532348" cy="1662279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831857" y="1810821"/>
                <a:ext cx="3336284" cy="1198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单击此处添加文本内容，根据需要酌情增减文字，以便观者理解您传达的思想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635793" y="1347422"/>
                <a:ext cx="221386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指导思想</a:t>
                </a:r>
                <a:r>
                  <a:rPr lang="en-US" altLang="zh-CN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82" name="直接连接符 81"/>
            <p:cNvCxnSpPr/>
            <p:nvPr/>
          </p:nvCxnSpPr>
          <p:spPr>
            <a:xfrm>
              <a:off x="2903220" y="4508890"/>
              <a:ext cx="1592580" cy="0"/>
            </a:xfrm>
            <a:prstGeom prst="line">
              <a:avLst/>
            </a:prstGeom>
            <a:ln w="12700">
              <a:solidFill>
                <a:srgbClr val="99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组合 84"/>
          <p:cNvGrpSpPr/>
          <p:nvPr/>
        </p:nvGrpSpPr>
        <p:grpSpPr>
          <a:xfrm flipH="1">
            <a:off x="7120778" y="1380435"/>
            <a:ext cx="4469354" cy="1660545"/>
            <a:chOff x="698506" y="1349156"/>
            <a:chExt cx="4469354" cy="1660545"/>
          </a:xfrm>
        </p:grpSpPr>
        <p:grpSp>
          <p:nvGrpSpPr>
            <p:cNvPr id="86" name="组合 85"/>
            <p:cNvGrpSpPr/>
            <p:nvPr/>
          </p:nvGrpSpPr>
          <p:grpSpPr>
            <a:xfrm>
              <a:off x="698506" y="1349156"/>
              <a:ext cx="3469635" cy="1660545"/>
              <a:chOff x="698506" y="1349156"/>
              <a:chExt cx="3469635" cy="1660545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831857" y="1810821"/>
                <a:ext cx="3336284" cy="11988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单击此处添加文本内容，根据需要酌情增减文字，以便观者理解您传达的思想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698506" y="1349156"/>
                <a:ext cx="2213860" cy="46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指导思想</a:t>
                </a:r>
                <a:r>
                  <a:rPr lang="en-US" altLang="zh-CN" sz="2400" dirty="0">
                    <a:solidFill>
                      <a:srgbClr val="990000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0000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cxnSp>
          <p:nvCxnSpPr>
            <p:cNvPr id="87" name="直接连接符 86"/>
            <p:cNvCxnSpPr/>
            <p:nvPr/>
          </p:nvCxnSpPr>
          <p:spPr>
            <a:xfrm>
              <a:off x="2903220" y="1554480"/>
              <a:ext cx="2065020" cy="0"/>
            </a:xfrm>
            <a:prstGeom prst="line">
              <a:avLst/>
            </a:prstGeom>
            <a:ln w="12700">
              <a:solidFill>
                <a:srgbClr val="99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4980432" y="1573892"/>
              <a:ext cx="187428" cy="220564"/>
            </a:xfrm>
            <a:prstGeom prst="line">
              <a:avLst/>
            </a:prstGeom>
            <a:ln w="12700">
              <a:solidFill>
                <a:srgbClr val="990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5075888" y="2569454"/>
            <a:ext cx="359730" cy="431675"/>
            <a:chOff x="4838700" y="4043363"/>
            <a:chExt cx="230188" cy="276225"/>
          </a:xfrm>
        </p:grpSpPr>
        <p:sp>
          <p:nvSpPr>
            <p:cNvPr id="91" name="Freeform 509"/>
            <p:cNvSpPr/>
            <p:nvPr/>
          </p:nvSpPr>
          <p:spPr bwMode="auto">
            <a:xfrm>
              <a:off x="4838700" y="4043363"/>
              <a:ext cx="182563" cy="215900"/>
            </a:xfrm>
            <a:custGeom>
              <a:avLst/>
              <a:gdLst>
                <a:gd name="T0" fmla="*/ 52 w 164"/>
                <a:gd name="T1" fmla="*/ 181 h 193"/>
                <a:gd name="T2" fmla="*/ 27 w 164"/>
                <a:gd name="T3" fmla="*/ 124 h 193"/>
                <a:gd name="T4" fmla="*/ 103 w 164"/>
                <a:gd name="T5" fmla="*/ 48 h 193"/>
                <a:gd name="T6" fmla="*/ 104 w 164"/>
                <a:gd name="T7" fmla="*/ 48 h 193"/>
                <a:gd name="T8" fmla="*/ 104 w 164"/>
                <a:gd name="T9" fmla="*/ 69 h 193"/>
                <a:gd name="T10" fmla="*/ 164 w 164"/>
                <a:gd name="T11" fmla="*/ 34 h 193"/>
                <a:gd name="T12" fmla="*/ 104 w 164"/>
                <a:gd name="T13" fmla="*/ 0 h 193"/>
                <a:gd name="T14" fmla="*/ 104 w 164"/>
                <a:gd name="T15" fmla="*/ 21 h 193"/>
                <a:gd name="T16" fmla="*/ 103 w 164"/>
                <a:gd name="T17" fmla="*/ 21 h 193"/>
                <a:gd name="T18" fmla="*/ 0 w 164"/>
                <a:gd name="T19" fmla="*/ 124 h 193"/>
                <a:gd name="T20" fmla="*/ 27 w 164"/>
                <a:gd name="T21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4" h="193">
                  <a:moveTo>
                    <a:pt x="52" y="181"/>
                  </a:moveTo>
                  <a:cubicBezTo>
                    <a:pt x="37" y="167"/>
                    <a:pt x="27" y="146"/>
                    <a:pt x="27" y="124"/>
                  </a:cubicBezTo>
                  <a:cubicBezTo>
                    <a:pt x="27" y="82"/>
                    <a:pt x="61" y="48"/>
                    <a:pt x="103" y="48"/>
                  </a:cubicBezTo>
                  <a:cubicBezTo>
                    <a:pt x="104" y="48"/>
                    <a:pt x="104" y="48"/>
                    <a:pt x="104" y="48"/>
                  </a:cubicBezTo>
                  <a:cubicBezTo>
                    <a:pt x="104" y="69"/>
                    <a:pt x="104" y="69"/>
                    <a:pt x="104" y="69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21"/>
                    <a:pt x="104" y="21"/>
                    <a:pt x="104" y="21"/>
                  </a:cubicBezTo>
                  <a:cubicBezTo>
                    <a:pt x="103" y="21"/>
                    <a:pt x="103" y="21"/>
                    <a:pt x="103" y="21"/>
                  </a:cubicBezTo>
                  <a:cubicBezTo>
                    <a:pt x="46" y="21"/>
                    <a:pt x="0" y="67"/>
                    <a:pt x="0" y="124"/>
                  </a:cubicBezTo>
                  <a:cubicBezTo>
                    <a:pt x="0" y="151"/>
                    <a:pt x="10" y="175"/>
                    <a:pt x="27" y="193"/>
                  </a:cubicBez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2" name="Freeform 510"/>
            <p:cNvSpPr/>
            <p:nvPr/>
          </p:nvSpPr>
          <p:spPr bwMode="auto">
            <a:xfrm>
              <a:off x="4884738" y="4105275"/>
              <a:ext cx="184150" cy="214313"/>
            </a:xfrm>
            <a:custGeom>
              <a:avLst/>
              <a:gdLst>
                <a:gd name="T0" fmla="*/ 112 w 164"/>
                <a:gd name="T1" fmla="*/ 12 h 193"/>
                <a:gd name="T2" fmla="*/ 137 w 164"/>
                <a:gd name="T3" fmla="*/ 69 h 193"/>
                <a:gd name="T4" fmla="*/ 61 w 164"/>
                <a:gd name="T5" fmla="*/ 145 h 193"/>
                <a:gd name="T6" fmla="*/ 60 w 164"/>
                <a:gd name="T7" fmla="*/ 145 h 193"/>
                <a:gd name="T8" fmla="*/ 60 w 164"/>
                <a:gd name="T9" fmla="*/ 124 h 193"/>
                <a:gd name="T10" fmla="*/ 0 w 164"/>
                <a:gd name="T11" fmla="*/ 158 h 193"/>
                <a:gd name="T12" fmla="*/ 60 w 164"/>
                <a:gd name="T13" fmla="*/ 193 h 193"/>
                <a:gd name="T14" fmla="*/ 60 w 164"/>
                <a:gd name="T15" fmla="*/ 172 h 193"/>
                <a:gd name="T16" fmla="*/ 61 w 164"/>
                <a:gd name="T17" fmla="*/ 172 h 193"/>
                <a:gd name="T18" fmla="*/ 164 w 164"/>
                <a:gd name="T19" fmla="*/ 69 h 193"/>
                <a:gd name="T20" fmla="*/ 137 w 164"/>
                <a:gd name="T21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4" h="193">
                  <a:moveTo>
                    <a:pt x="112" y="12"/>
                  </a:moveTo>
                  <a:cubicBezTo>
                    <a:pt x="127" y="26"/>
                    <a:pt x="137" y="46"/>
                    <a:pt x="137" y="69"/>
                  </a:cubicBezTo>
                  <a:cubicBezTo>
                    <a:pt x="137" y="111"/>
                    <a:pt x="103" y="145"/>
                    <a:pt x="61" y="145"/>
                  </a:cubicBezTo>
                  <a:cubicBezTo>
                    <a:pt x="61" y="145"/>
                    <a:pt x="60" y="145"/>
                    <a:pt x="60" y="145"/>
                  </a:cubicBezTo>
                  <a:cubicBezTo>
                    <a:pt x="60" y="124"/>
                    <a:pt x="60" y="124"/>
                    <a:pt x="60" y="1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0" y="193"/>
                    <a:pt x="60" y="193"/>
                    <a:pt x="60" y="193"/>
                  </a:cubicBezTo>
                  <a:cubicBezTo>
                    <a:pt x="60" y="172"/>
                    <a:pt x="60" y="172"/>
                    <a:pt x="60" y="172"/>
                  </a:cubicBezTo>
                  <a:cubicBezTo>
                    <a:pt x="60" y="172"/>
                    <a:pt x="61" y="172"/>
                    <a:pt x="61" y="172"/>
                  </a:cubicBezTo>
                  <a:cubicBezTo>
                    <a:pt x="118" y="172"/>
                    <a:pt x="164" y="126"/>
                    <a:pt x="164" y="69"/>
                  </a:cubicBezTo>
                  <a:cubicBezTo>
                    <a:pt x="164" y="42"/>
                    <a:pt x="154" y="18"/>
                    <a:pt x="137" y="0"/>
                  </a:cubicBez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075888" y="4043773"/>
            <a:ext cx="359730" cy="431675"/>
            <a:chOff x="7686675" y="6064250"/>
            <a:chExt cx="230188" cy="276225"/>
          </a:xfrm>
        </p:grpSpPr>
        <p:sp>
          <p:nvSpPr>
            <p:cNvPr id="93" name="Freeform 522"/>
            <p:cNvSpPr/>
            <p:nvPr/>
          </p:nvSpPr>
          <p:spPr bwMode="auto">
            <a:xfrm>
              <a:off x="7686675" y="6064250"/>
              <a:ext cx="230188" cy="276225"/>
            </a:xfrm>
            <a:custGeom>
              <a:avLst/>
              <a:gdLst>
                <a:gd name="T0" fmla="*/ 200 w 207"/>
                <a:gd name="T1" fmla="*/ 147 h 247"/>
                <a:gd name="T2" fmla="*/ 200 w 207"/>
                <a:gd name="T3" fmla="*/ 42 h 247"/>
                <a:gd name="T4" fmla="*/ 104 w 207"/>
                <a:gd name="T5" fmla="*/ 0 h 247"/>
                <a:gd name="T6" fmla="*/ 7 w 207"/>
                <a:gd name="T7" fmla="*/ 42 h 247"/>
                <a:gd name="T8" fmla="*/ 7 w 207"/>
                <a:gd name="T9" fmla="*/ 147 h 247"/>
                <a:gd name="T10" fmla="*/ 104 w 207"/>
                <a:gd name="T11" fmla="*/ 247 h 247"/>
                <a:gd name="T12" fmla="*/ 200 w 207"/>
                <a:gd name="T13" fmla="*/ 1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" h="247">
                  <a:moveTo>
                    <a:pt x="200" y="147"/>
                  </a:moveTo>
                  <a:cubicBezTo>
                    <a:pt x="200" y="42"/>
                    <a:pt x="200" y="42"/>
                    <a:pt x="200" y="42"/>
                  </a:cubicBezTo>
                  <a:cubicBezTo>
                    <a:pt x="120" y="42"/>
                    <a:pt x="104" y="0"/>
                    <a:pt x="104" y="0"/>
                  </a:cubicBezTo>
                  <a:cubicBezTo>
                    <a:pt x="104" y="0"/>
                    <a:pt x="87" y="42"/>
                    <a:pt x="7" y="42"/>
                  </a:cubicBezTo>
                  <a:cubicBezTo>
                    <a:pt x="7" y="147"/>
                    <a:pt x="7" y="147"/>
                    <a:pt x="7" y="147"/>
                  </a:cubicBezTo>
                  <a:cubicBezTo>
                    <a:pt x="7" y="147"/>
                    <a:pt x="0" y="198"/>
                    <a:pt x="104" y="247"/>
                  </a:cubicBezTo>
                  <a:cubicBezTo>
                    <a:pt x="207" y="198"/>
                    <a:pt x="200" y="147"/>
                    <a:pt x="200" y="147"/>
                  </a:cubicBezTo>
                  <a:close/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4" name="Freeform 523"/>
            <p:cNvSpPr/>
            <p:nvPr/>
          </p:nvSpPr>
          <p:spPr bwMode="auto">
            <a:xfrm>
              <a:off x="7772400" y="6145213"/>
              <a:ext cx="84138" cy="79375"/>
            </a:xfrm>
            <a:custGeom>
              <a:avLst/>
              <a:gdLst>
                <a:gd name="T0" fmla="*/ 0 w 53"/>
                <a:gd name="T1" fmla="*/ 24 h 50"/>
                <a:gd name="T2" fmla="*/ 19 w 53"/>
                <a:gd name="T3" fmla="*/ 50 h 50"/>
                <a:gd name="T4" fmla="*/ 53 w 53"/>
                <a:gd name="T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" h="50">
                  <a:moveTo>
                    <a:pt x="0" y="24"/>
                  </a:moveTo>
                  <a:lnTo>
                    <a:pt x="19" y="50"/>
                  </a:lnTo>
                  <a:lnTo>
                    <a:pt x="53" y="0"/>
                  </a:lnTo>
                </a:path>
              </a:pathLst>
            </a:cu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5" name="Freeform 524"/>
            <p:cNvSpPr/>
            <p:nvPr/>
          </p:nvSpPr>
          <p:spPr bwMode="auto">
            <a:xfrm>
              <a:off x="7737475" y="6137275"/>
              <a:ext cx="130175" cy="128588"/>
            </a:xfrm>
            <a:custGeom>
              <a:avLst/>
              <a:gdLst>
                <a:gd name="T0" fmla="*/ 110 w 116"/>
                <a:gd name="T1" fmla="*/ 34 h 116"/>
                <a:gd name="T2" fmla="*/ 116 w 116"/>
                <a:gd name="T3" fmla="*/ 58 h 116"/>
                <a:gd name="T4" fmla="*/ 58 w 116"/>
                <a:gd name="T5" fmla="*/ 116 h 116"/>
                <a:gd name="T6" fmla="*/ 0 w 116"/>
                <a:gd name="T7" fmla="*/ 58 h 116"/>
                <a:gd name="T8" fmla="*/ 58 w 116"/>
                <a:gd name="T9" fmla="*/ 0 h 116"/>
                <a:gd name="T10" fmla="*/ 85 w 116"/>
                <a:gd name="T11" fmla="*/ 7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6" h="116">
                  <a:moveTo>
                    <a:pt x="110" y="34"/>
                  </a:moveTo>
                  <a:cubicBezTo>
                    <a:pt x="114" y="41"/>
                    <a:pt x="116" y="49"/>
                    <a:pt x="116" y="58"/>
                  </a:cubicBezTo>
                  <a:cubicBezTo>
                    <a:pt x="116" y="90"/>
                    <a:pt x="90" y="116"/>
                    <a:pt x="58" y="116"/>
                  </a:cubicBezTo>
                  <a:cubicBezTo>
                    <a:pt x="26" y="116"/>
                    <a:pt x="0" y="90"/>
                    <a:pt x="0" y="58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68" y="0"/>
                    <a:pt x="77" y="3"/>
                    <a:pt x="85" y="7"/>
                  </a:cubicBezTo>
                </a:path>
              </a:pathLst>
            </a:custGeom>
            <a:noFill/>
            <a:ln w="2222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96" name="Freeform 545"/>
          <p:cNvSpPr/>
          <p:nvPr/>
        </p:nvSpPr>
        <p:spPr bwMode="auto">
          <a:xfrm>
            <a:off x="6727140" y="4286058"/>
            <a:ext cx="446560" cy="267936"/>
          </a:xfrm>
          <a:custGeom>
            <a:avLst/>
            <a:gdLst>
              <a:gd name="T0" fmla="*/ 161 w 257"/>
              <a:gd name="T1" fmla="*/ 144 h 155"/>
              <a:gd name="T2" fmla="*/ 216 w 257"/>
              <a:gd name="T3" fmla="*/ 89 h 155"/>
              <a:gd name="T4" fmla="*/ 241 w 257"/>
              <a:gd name="T5" fmla="*/ 114 h 155"/>
              <a:gd name="T6" fmla="*/ 250 w 257"/>
              <a:gd name="T7" fmla="*/ 116 h 155"/>
              <a:gd name="T8" fmla="*/ 257 w 257"/>
              <a:gd name="T9" fmla="*/ 107 h 155"/>
              <a:gd name="T10" fmla="*/ 257 w 257"/>
              <a:gd name="T11" fmla="*/ 12 h 155"/>
              <a:gd name="T12" fmla="*/ 245 w 257"/>
              <a:gd name="T13" fmla="*/ 0 h 155"/>
              <a:gd name="T14" fmla="*/ 150 w 257"/>
              <a:gd name="T15" fmla="*/ 0 h 155"/>
              <a:gd name="T16" fmla="*/ 141 w 257"/>
              <a:gd name="T17" fmla="*/ 7 h 155"/>
              <a:gd name="T18" fmla="*/ 142 w 257"/>
              <a:gd name="T19" fmla="*/ 15 h 155"/>
              <a:gd name="T20" fmla="*/ 166 w 257"/>
              <a:gd name="T21" fmla="*/ 40 h 155"/>
              <a:gd name="T22" fmla="*/ 91 w 257"/>
              <a:gd name="T23" fmla="*/ 115 h 155"/>
              <a:gd name="T24" fmla="*/ 115 w 257"/>
              <a:gd name="T25" fmla="*/ 139 h 155"/>
              <a:gd name="T26" fmla="*/ 116 w 257"/>
              <a:gd name="T27" fmla="*/ 147 h 155"/>
              <a:gd name="T28" fmla="*/ 107 w 257"/>
              <a:gd name="T29" fmla="*/ 155 h 155"/>
              <a:gd name="T30" fmla="*/ 12 w 257"/>
              <a:gd name="T31" fmla="*/ 155 h 155"/>
              <a:gd name="T32" fmla="*/ 0 w 257"/>
              <a:gd name="T33" fmla="*/ 143 h 155"/>
              <a:gd name="T34" fmla="*/ 0 w 257"/>
              <a:gd name="T35" fmla="*/ 48 h 155"/>
              <a:gd name="T36" fmla="*/ 7 w 257"/>
              <a:gd name="T37" fmla="*/ 38 h 155"/>
              <a:gd name="T38" fmla="*/ 16 w 257"/>
              <a:gd name="T39" fmla="*/ 40 h 155"/>
              <a:gd name="T40" fmla="*/ 41 w 257"/>
              <a:gd name="T41" fmla="*/ 65 h 155"/>
              <a:gd name="T42" fmla="*/ 94 w 257"/>
              <a:gd name="T43" fmla="*/ 12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7" h="155">
                <a:moveTo>
                  <a:pt x="161" y="144"/>
                </a:moveTo>
                <a:cubicBezTo>
                  <a:pt x="216" y="89"/>
                  <a:pt x="216" y="89"/>
                  <a:pt x="216" y="89"/>
                </a:cubicBezTo>
                <a:cubicBezTo>
                  <a:pt x="241" y="114"/>
                  <a:pt x="241" y="114"/>
                  <a:pt x="241" y="114"/>
                </a:cubicBezTo>
                <a:cubicBezTo>
                  <a:pt x="244" y="117"/>
                  <a:pt x="247" y="118"/>
                  <a:pt x="250" y="116"/>
                </a:cubicBezTo>
                <a:cubicBezTo>
                  <a:pt x="254" y="115"/>
                  <a:pt x="257" y="111"/>
                  <a:pt x="257" y="107"/>
                </a:cubicBezTo>
                <a:cubicBezTo>
                  <a:pt x="257" y="12"/>
                  <a:pt x="257" y="12"/>
                  <a:pt x="257" y="12"/>
                </a:cubicBezTo>
                <a:cubicBezTo>
                  <a:pt x="257" y="5"/>
                  <a:pt x="252" y="0"/>
                  <a:pt x="245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7" y="0"/>
                  <a:pt x="143" y="3"/>
                  <a:pt x="141" y="7"/>
                </a:cubicBezTo>
                <a:cubicBezTo>
                  <a:pt x="140" y="9"/>
                  <a:pt x="139" y="13"/>
                  <a:pt x="142" y="15"/>
                </a:cubicBezTo>
                <a:cubicBezTo>
                  <a:pt x="166" y="40"/>
                  <a:pt x="166" y="40"/>
                  <a:pt x="166" y="40"/>
                </a:cubicBezTo>
                <a:cubicBezTo>
                  <a:pt x="91" y="115"/>
                  <a:pt x="91" y="115"/>
                  <a:pt x="91" y="115"/>
                </a:cubicBezTo>
                <a:cubicBezTo>
                  <a:pt x="115" y="139"/>
                  <a:pt x="115" y="139"/>
                  <a:pt x="115" y="139"/>
                </a:cubicBezTo>
                <a:cubicBezTo>
                  <a:pt x="118" y="142"/>
                  <a:pt x="117" y="146"/>
                  <a:pt x="116" y="147"/>
                </a:cubicBezTo>
                <a:cubicBezTo>
                  <a:pt x="115" y="151"/>
                  <a:pt x="111" y="155"/>
                  <a:pt x="107" y="155"/>
                </a:cubicBezTo>
                <a:cubicBezTo>
                  <a:pt x="12" y="155"/>
                  <a:pt x="12" y="155"/>
                  <a:pt x="12" y="155"/>
                </a:cubicBezTo>
                <a:cubicBezTo>
                  <a:pt x="5" y="155"/>
                  <a:pt x="0" y="149"/>
                  <a:pt x="0" y="143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4"/>
                  <a:pt x="3" y="40"/>
                  <a:pt x="7" y="38"/>
                </a:cubicBezTo>
                <a:cubicBezTo>
                  <a:pt x="10" y="37"/>
                  <a:pt x="14" y="38"/>
                  <a:pt x="16" y="40"/>
                </a:cubicBezTo>
                <a:cubicBezTo>
                  <a:pt x="41" y="65"/>
                  <a:pt x="41" y="65"/>
                  <a:pt x="41" y="65"/>
                </a:cubicBezTo>
                <a:cubicBezTo>
                  <a:pt x="94" y="12"/>
                  <a:pt x="94" y="12"/>
                  <a:pt x="94" y="12"/>
                </a:cubicBezTo>
              </a:path>
            </a:pathLst>
          </a:custGeom>
          <a:noFill/>
          <a:ln w="22225" cap="flat">
            <a:solidFill>
              <a:schemeClr val="bg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823682" y="2519836"/>
            <a:ext cx="342365" cy="320036"/>
            <a:chOff x="7693025" y="5089525"/>
            <a:chExt cx="219076" cy="204788"/>
          </a:xfrm>
        </p:grpSpPr>
        <p:sp>
          <p:nvSpPr>
            <p:cNvPr id="97" name="Line 592"/>
            <p:cNvSpPr>
              <a:spLocks noChangeShapeType="1"/>
            </p:cNvSpPr>
            <p:nvPr/>
          </p:nvSpPr>
          <p:spPr bwMode="auto">
            <a:xfrm>
              <a:off x="7764463" y="5106988"/>
              <a:ext cx="147638" cy="0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8" name="Rectangle 593"/>
            <p:cNvSpPr>
              <a:spLocks noChangeArrowheads="1"/>
            </p:cNvSpPr>
            <p:nvPr/>
          </p:nvSpPr>
          <p:spPr bwMode="auto">
            <a:xfrm>
              <a:off x="7693025" y="5089525"/>
              <a:ext cx="34925" cy="34925"/>
            </a:xfrm>
            <a:prstGeom prst="rect">
              <a:avLst/>
            </a:prstGeom>
            <a:noFill/>
            <a:ln w="2222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9" name="Line 594"/>
            <p:cNvSpPr>
              <a:spLocks noChangeShapeType="1"/>
            </p:cNvSpPr>
            <p:nvPr/>
          </p:nvSpPr>
          <p:spPr bwMode="auto">
            <a:xfrm>
              <a:off x="7764463" y="5191125"/>
              <a:ext cx="147638" cy="0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00" name="Rectangle 595"/>
            <p:cNvSpPr>
              <a:spLocks noChangeArrowheads="1"/>
            </p:cNvSpPr>
            <p:nvPr/>
          </p:nvSpPr>
          <p:spPr bwMode="auto">
            <a:xfrm>
              <a:off x="7693025" y="5173663"/>
              <a:ext cx="34925" cy="34925"/>
            </a:xfrm>
            <a:prstGeom prst="rect">
              <a:avLst/>
            </a:prstGeom>
            <a:noFill/>
            <a:ln w="2222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01" name="Line 596"/>
            <p:cNvSpPr>
              <a:spLocks noChangeShapeType="1"/>
            </p:cNvSpPr>
            <p:nvPr/>
          </p:nvSpPr>
          <p:spPr bwMode="auto">
            <a:xfrm>
              <a:off x="7764463" y="5276850"/>
              <a:ext cx="147638" cy="0"/>
            </a:xfrm>
            <a:prstGeom prst="line">
              <a:avLst/>
            </a:prstGeom>
            <a:noFill/>
            <a:ln w="2222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02" name="Rectangle 597"/>
            <p:cNvSpPr>
              <a:spLocks noChangeArrowheads="1"/>
            </p:cNvSpPr>
            <p:nvPr/>
          </p:nvSpPr>
          <p:spPr bwMode="auto">
            <a:xfrm>
              <a:off x="7693025" y="5259388"/>
              <a:ext cx="34925" cy="34925"/>
            </a:xfrm>
            <a:prstGeom prst="rect">
              <a:avLst/>
            </a:prstGeom>
            <a:noFill/>
            <a:ln w="2222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03" name="文本框 102"/>
          <p:cNvSpPr txBox="1"/>
          <p:nvPr/>
        </p:nvSpPr>
        <p:spPr>
          <a:xfrm>
            <a:off x="5614856" y="2918125"/>
            <a:ext cx="1053712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原则思想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建设目标与总体思路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核心建设原则与指导思想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建设目标与总体思路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预期达成指标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3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185" name="组合 184"/>
          <p:cNvGrpSpPr/>
          <p:nvPr>
            <p:custDataLst>
              <p:tags r:id="rId1"/>
            </p:custDataLst>
          </p:nvPr>
        </p:nvGrpSpPr>
        <p:grpSpPr>
          <a:xfrm>
            <a:off x="422910" y="1184275"/>
            <a:ext cx="10842625" cy="808990"/>
            <a:chOff x="666" y="1775"/>
            <a:chExt cx="17081" cy="1822"/>
          </a:xfrm>
        </p:grpSpPr>
        <p:grpSp>
          <p:nvGrpSpPr>
            <p:cNvPr id="46" name="组合 45"/>
            <p:cNvGrpSpPr/>
            <p:nvPr>
              <p:custDataLst>
                <p:tags r:id="rId2"/>
              </p:custDataLst>
            </p:nvPr>
          </p:nvGrpSpPr>
          <p:grpSpPr>
            <a:xfrm>
              <a:off x="666" y="1775"/>
              <a:ext cx="4519" cy="1823"/>
              <a:chOff x="506292" y="5080200"/>
              <a:chExt cx="2869367" cy="1157669"/>
            </a:xfrm>
          </p:grpSpPr>
          <p:sp>
            <p:nvSpPr>
              <p:cNvPr id="10" name="矩形: 圆角 9"/>
              <p:cNvSpPr/>
              <p:nvPr>
                <p:custDataLst>
                  <p:tags r:id="rId3"/>
                </p:custDataLst>
              </p:nvPr>
            </p:nvSpPr>
            <p:spPr>
              <a:xfrm>
                <a:off x="861232" y="5080200"/>
                <a:ext cx="2514427" cy="1157669"/>
              </a:xfrm>
              <a:prstGeom prst="roundRect">
                <a:avLst>
                  <a:gd name="adj" fmla="val 1692"/>
                </a:avLst>
              </a:prstGeom>
              <a:noFill/>
              <a:ln w="19050">
                <a:solidFill>
                  <a:srgbClr val="A212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文本框 4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262394" y="5304296"/>
                <a:ext cx="2030113" cy="658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达成目标内容</a:t>
                </a:r>
                <a:r>
                  <a:rPr lang="zh-CN" altLang="en-US" sz="1600" dirty="0">
                    <a:cs typeface="+mn-ea"/>
                    <a:sym typeface="+mn-lt"/>
                  </a:rPr>
                  <a:t>标题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5" name="弦形 4"/>
              <p:cNvSpPr/>
              <p:nvPr>
                <p:custDataLst>
                  <p:tags r:id="rId5"/>
                </p:custDataLst>
              </p:nvPr>
            </p:nvSpPr>
            <p:spPr>
              <a:xfrm flipH="1">
                <a:off x="506292" y="5286585"/>
                <a:ext cx="712067" cy="712067"/>
              </a:xfrm>
              <a:prstGeom prst="chord">
                <a:avLst>
                  <a:gd name="adj1" fmla="val 5367728"/>
                  <a:gd name="adj2" fmla="val 16262002"/>
                </a:avLst>
              </a:prstGeom>
              <a:solidFill>
                <a:srgbClr val="A212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" name="文本框 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11544" y="5109499"/>
                <a:ext cx="459568" cy="922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7"/>
            <p:cNvGrpSpPr/>
            <p:nvPr>
              <p:custDataLst>
                <p:tags r:id="rId7"/>
              </p:custDataLst>
            </p:nvPr>
          </p:nvGrpSpPr>
          <p:grpSpPr>
            <a:xfrm>
              <a:off x="4854" y="1775"/>
              <a:ext cx="4519" cy="1823"/>
              <a:chOff x="506292" y="5080200"/>
              <a:chExt cx="2869367" cy="1157669"/>
            </a:xfrm>
          </p:grpSpPr>
          <p:sp>
            <p:nvSpPr>
              <p:cNvPr id="11" name="矩形: 圆角 47"/>
              <p:cNvSpPr/>
              <p:nvPr>
                <p:custDataLst>
                  <p:tags r:id="rId8"/>
                </p:custDataLst>
              </p:nvPr>
            </p:nvSpPr>
            <p:spPr>
              <a:xfrm>
                <a:off x="861232" y="5080200"/>
                <a:ext cx="2514427" cy="1157669"/>
              </a:xfrm>
              <a:prstGeom prst="roundRect">
                <a:avLst>
                  <a:gd name="adj" fmla="val 1692"/>
                </a:avLst>
              </a:prstGeom>
              <a:noFill/>
              <a:ln w="19050">
                <a:solidFill>
                  <a:srgbClr val="A212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262394" y="5304296"/>
                <a:ext cx="2030113" cy="658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达成目标内容标题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13" name="弦形 12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506292" y="5286585"/>
                <a:ext cx="712067" cy="712067"/>
              </a:xfrm>
              <a:prstGeom prst="chord">
                <a:avLst>
                  <a:gd name="adj1" fmla="val 5367728"/>
                  <a:gd name="adj2" fmla="val 16262002"/>
                </a:avLst>
              </a:prstGeom>
              <a:solidFill>
                <a:srgbClr val="A212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11544" y="5109499"/>
                <a:ext cx="459568" cy="922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/>
            <p:cNvGrpSpPr/>
            <p:nvPr>
              <p:custDataLst>
                <p:tags r:id="rId12"/>
              </p:custDataLst>
            </p:nvPr>
          </p:nvGrpSpPr>
          <p:grpSpPr>
            <a:xfrm>
              <a:off x="9042" y="1775"/>
              <a:ext cx="4519" cy="1823"/>
              <a:chOff x="506292" y="5080200"/>
              <a:chExt cx="2869367" cy="1157669"/>
            </a:xfrm>
          </p:grpSpPr>
          <p:sp>
            <p:nvSpPr>
              <p:cNvPr id="16" name="矩形: 圆角 5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61232" y="5080200"/>
                <a:ext cx="2514427" cy="1157669"/>
              </a:xfrm>
              <a:prstGeom prst="roundRect">
                <a:avLst>
                  <a:gd name="adj" fmla="val 1692"/>
                </a:avLst>
              </a:prstGeom>
              <a:noFill/>
              <a:ln w="19050">
                <a:solidFill>
                  <a:srgbClr val="A212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262394" y="5304296"/>
                <a:ext cx="2030113" cy="658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达成目标内容标题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22" name="弦形 21"/>
              <p:cNvSpPr/>
              <p:nvPr>
                <p:custDataLst>
                  <p:tags r:id="rId15"/>
                </p:custDataLst>
              </p:nvPr>
            </p:nvSpPr>
            <p:spPr>
              <a:xfrm flipH="1">
                <a:off x="506292" y="5286585"/>
                <a:ext cx="712067" cy="712067"/>
              </a:xfrm>
              <a:prstGeom prst="chord">
                <a:avLst>
                  <a:gd name="adj1" fmla="val 5367728"/>
                  <a:gd name="adj2" fmla="val 16262002"/>
                </a:avLst>
              </a:prstGeom>
              <a:solidFill>
                <a:srgbClr val="A212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11544" y="5109499"/>
                <a:ext cx="459568" cy="922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>
              <p:custDataLst>
                <p:tags r:id="rId17"/>
              </p:custDataLst>
            </p:nvPr>
          </p:nvGrpSpPr>
          <p:grpSpPr>
            <a:xfrm>
              <a:off x="13229" y="1775"/>
              <a:ext cx="4519" cy="1823"/>
              <a:chOff x="506292" y="5080200"/>
              <a:chExt cx="2869367" cy="1157669"/>
            </a:xfrm>
          </p:grpSpPr>
          <p:sp>
            <p:nvSpPr>
              <p:cNvPr id="30" name="矩形: 圆角 57"/>
              <p:cNvSpPr/>
              <p:nvPr>
                <p:custDataLst>
                  <p:tags r:id="rId18"/>
                </p:custDataLst>
              </p:nvPr>
            </p:nvSpPr>
            <p:spPr>
              <a:xfrm>
                <a:off x="861232" y="5080200"/>
                <a:ext cx="2514427" cy="1157669"/>
              </a:xfrm>
              <a:prstGeom prst="roundRect">
                <a:avLst>
                  <a:gd name="adj" fmla="val 1692"/>
                </a:avLst>
              </a:prstGeom>
              <a:noFill/>
              <a:ln w="19050">
                <a:solidFill>
                  <a:srgbClr val="A2121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262394" y="5304296"/>
                <a:ext cx="2030113" cy="6584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cs typeface="+mn-ea"/>
                    <a:sym typeface="+mn-lt"/>
                  </a:rPr>
                  <a:t>达成目标内容标题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5" name="弦形 34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506292" y="5286585"/>
                <a:ext cx="712067" cy="712067"/>
              </a:xfrm>
              <a:prstGeom prst="chord">
                <a:avLst>
                  <a:gd name="adj1" fmla="val 5367728"/>
                  <a:gd name="adj2" fmla="val 16262002"/>
                </a:avLst>
              </a:prstGeom>
              <a:solidFill>
                <a:srgbClr val="A2121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11544" y="5109499"/>
                <a:ext cx="459568" cy="922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52" name="组合 151"/>
          <p:cNvGrpSpPr/>
          <p:nvPr>
            <p:custDataLst>
              <p:tags r:id="rId22"/>
            </p:custDataLst>
          </p:nvPr>
        </p:nvGrpSpPr>
        <p:grpSpPr>
          <a:xfrm>
            <a:off x="561975" y="2265682"/>
            <a:ext cx="11240770" cy="4081982"/>
            <a:chOff x="1428" y="2033"/>
            <a:chExt cx="17601" cy="7326"/>
          </a:xfrm>
        </p:grpSpPr>
        <p:sp>
          <p:nvSpPr>
            <p:cNvPr id="153" name="Rectangle 15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428" y="2292"/>
              <a:ext cx="13114" cy="1407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4" name="Freeform 16"/>
            <p:cNvSpPr/>
            <p:nvPr/>
          </p:nvSpPr>
          <p:spPr bwMode="auto">
            <a:xfrm>
              <a:off x="14542" y="2292"/>
              <a:ext cx="1374" cy="2626"/>
            </a:xfrm>
            <a:custGeom>
              <a:avLst/>
              <a:gdLst>
                <a:gd name="T0" fmla="*/ 0 w 633"/>
                <a:gd name="T1" fmla="*/ 0 h 1210"/>
                <a:gd name="T2" fmla="*/ 0 w 633"/>
                <a:gd name="T3" fmla="*/ 648 h 1210"/>
                <a:gd name="T4" fmla="*/ 628 w 633"/>
                <a:gd name="T5" fmla="*/ 1210 h 1210"/>
                <a:gd name="T6" fmla="*/ 633 w 633"/>
                <a:gd name="T7" fmla="*/ 1002 h 1210"/>
                <a:gd name="T8" fmla="*/ 0 w 633"/>
                <a:gd name="T9" fmla="*/ 0 h 1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210">
                  <a:moveTo>
                    <a:pt x="0" y="0"/>
                  </a:moveTo>
                  <a:lnTo>
                    <a:pt x="0" y="648"/>
                  </a:lnTo>
                  <a:lnTo>
                    <a:pt x="628" y="1210"/>
                  </a:lnTo>
                  <a:lnTo>
                    <a:pt x="633" y="1002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5" name="Rectangle 17"/>
            <p:cNvSpPr>
              <a:spLocks noChangeArrowheads="1"/>
            </p:cNvSpPr>
            <p:nvPr/>
          </p:nvSpPr>
          <p:spPr bwMode="auto">
            <a:xfrm>
              <a:off x="15905" y="4447"/>
              <a:ext cx="3091" cy="471"/>
            </a:xfrm>
            <a:prstGeom prst="rect">
              <a:avLst/>
            </a:prstGeom>
            <a:gradFill>
              <a:gsLst>
                <a:gs pos="0">
                  <a:schemeClr val="bg1">
                    <a:lumMod val="88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6" name="Rectangle 18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428" y="4152"/>
              <a:ext cx="13114" cy="1407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7" name="Freeform 19"/>
            <p:cNvSpPr/>
            <p:nvPr/>
          </p:nvSpPr>
          <p:spPr bwMode="auto">
            <a:xfrm>
              <a:off x="14542" y="4152"/>
              <a:ext cx="1363" cy="1532"/>
            </a:xfrm>
            <a:custGeom>
              <a:avLst/>
              <a:gdLst>
                <a:gd name="T0" fmla="*/ 0 w 628"/>
                <a:gd name="T1" fmla="*/ 648 h 706"/>
                <a:gd name="T2" fmla="*/ 0 w 628"/>
                <a:gd name="T3" fmla="*/ 0 h 706"/>
                <a:gd name="T4" fmla="*/ 628 w 628"/>
                <a:gd name="T5" fmla="*/ 504 h 706"/>
                <a:gd name="T6" fmla="*/ 628 w 628"/>
                <a:gd name="T7" fmla="*/ 706 h 706"/>
                <a:gd name="T8" fmla="*/ 0 w 628"/>
                <a:gd name="T9" fmla="*/ 64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706">
                  <a:moveTo>
                    <a:pt x="0" y="648"/>
                  </a:moveTo>
                  <a:lnTo>
                    <a:pt x="0" y="0"/>
                  </a:lnTo>
                  <a:lnTo>
                    <a:pt x="628" y="504"/>
                  </a:lnTo>
                  <a:lnTo>
                    <a:pt x="628" y="706"/>
                  </a:lnTo>
                  <a:lnTo>
                    <a:pt x="0" y="64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8" name="Rectangle 20"/>
            <p:cNvSpPr>
              <a:spLocks noChangeArrowheads="1"/>
            </p:cNvSpPr>
            <p:nvPr/>
          </p:nvSpPr>
          <p:spPr bwMode="auto">
            <a:xfrm>
              <a:off x="15894" y="5246"/>
              <a:ext cx="3091" cy="438"/>
            </a:xfrm>
            <a:prstGeom prst="rect">
              <a:avLst/>
            </a:prstGeom>
            <a:gradFill>
              <a:gsLst>
                <a:gs pos="0">
                  <a:schemeClr val="bg1">
                    <a:lumMod val="88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59" name="Rectangle 21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428" y="6058"/>
              <a:ext cx="13114" cy="1407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0" name="Freeform 22"/>
            <p:cNvSpPr/>
            <p:nvPr/>
          </p:nvSpPr>
          <p:spPr bwMode="auto">
            <a:xfrm>
              <a:off x="14542" y="5912"/>
              <a:ext cx="1396" cy="1552"/>
            </a:xfrm>
            <a:custGeom>
              <a:avLst/>
              <a:gdLst>
                <a:gd name="T0" fmla="*/ 643 w 643"/>
                <a:gd name="T1" fmla="*/ 223 h 715"/>
                <a:gd name="T2" fmla="*/ 643 w 643"/>
                <a:gd name="T3" fmla="*/ 0 h 715"/>
                <a:gd name="T4" fmla="*/ 0 w 643"/>
                <a:gd name="T5" fmla="*/ 67 h 715"/>
                <a:gd name="T6" fmla="*/ 0 w 643"/>
                <a:gd name="T7" fmla="*/ 715 h 715"/>
                <a:gd name="T8" fmla="*/ 643 w 643"/>
                <a:gd name="T9" fmla="*/ 223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715">
                  <a:moveTo>
                    <a:pt x="643" y="223"/>
                  </a:moveTo>
                  <a:lnTo>
                    <a:pt x="643" y="0"/>
                  </a:lnTo>
                  <a:lnTo>
                    <a:pt x="0" y="67"/>
                  </a:lnTo>
                  <a:lnTo>
                    <a:pt x="0" y="715"/>
                  </a:lnTo>
                  <a:lnTo>
                    <a:pt x="643" y="22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1" name="Rectangle 23"/>
            <p:cNvSpPr>
              <a:spLocks noChangeArrowheads="1"/>
            </p:cNvSpPr>
            <p:nvPr/>
          </p:nvSpPr>
          <p:spPr bwMode="auto">
            <a:xfrm>
              <a:off x="15938" y="5910"/>
              <a:ext cx="3091" cy="497"/>
            </a:xfrm>
            <a:prstGeom prst="rect">
              <a:avLst/>
            </a:prstGeom>
            <a:gradFill>
              <a:gsLst>
                <a:gs pos="0">
                  <a:schemeClr val="bg1">
                    <a:lumMod val="88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2" name="Rectangle 24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428" y="7918"/>
              <a:ext cx="13114" cy="1407"/>
            </a:xfrm>
            <a:prstGeom prst="rect">
              <a:avLst/>
            </a:prstGeom>
            <a:solidFill>
              <a:srgbClr val="99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3" name="Freeform 25"/>
            <p:cNvSpPr/>
            <p:nvPr/>
          </p:nvSpPr>
          <p:spPr bwMode="auto">
            <a:xfrm>
              <a:off x="14542" y="6681"/>
              <a:ext cx="1374" cy="2644"/>
            </a:xfrm>
            <a:custGeom>
              <a:avLst/>
              <a:gdLst>
                <a:gd name="T0" fmla="*/ 0 w 633"/>
                <a:gd name="T1" fmla="*/ 570 h 1218"/>
                <a:gd name="T2" fmla="*/ 0 w 633"/>
                <a:gd name="T3" fmla="*/ 1218 h 1218"/>
                <a:gd name="T4" fmla="*/ 633 w 633"/>
                <a:gd name="T5" fmla="*/ 233 h 1218"/>
                <a:gd name="T6" fmla="*/ 633 w 633"/>
                <a:gd name="T7" fmla="*/ 0 h 1218"/>
                <a:gd name="T8" fmla="*/ 0 w 633"/>
                <a:gd name="T9" fmla="*/ 570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218">
                  <a:moveTo>
                    <a:pt x="0" y="570"/>
                  </a:moveTo>
                  <a:lnTo>
                    <a:pt x="0" y="1218"/>
                  </a:lnTo>
                  <a:lnTo>
                    <a:pt x="633" y="233"/>
                  </a:lnTo>
                  <a:lnTo>
                    <a:pt x="633" y="0"/>
                  </a:lnTo>
                  <a:lnTo>
                    <a:pt x="0" y="5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4" name="Rectangle 26"/>
            <p:cNvSpPr>
              <a:spLocks noChangeArrowheads="1"/>
            </p:cNvSpPr>
            <p:nvPr/>
          </p:nvSpPr>
          <p:spPr bwMode="auto">
            <a:xfrm>
              <a:off x="15916" y="6687"/>
              <a:ext cx="3091" cy="510"/>
            </a:xfrm>
            <a:prstGeom prst="rect">
              <a:avLst/>
            </a:prstGeom>
            <a:gradFill>
              <a:gsLst>
                <a:gs pos="0">
                  <a:schemeClr val="bg1">
                    <a:lumMod val="88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5" name="Rectangle 1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428" y="2292"/>
              <a:ext cx="168" cy="1407"/>
            </a:xfrm>
            <a:prstGeom prst="rect">
              <a:avLst/>
            </a:prstGeom>
            <a:solidFill>
              <a:schemeClr val="bg1"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6" name="Rectangle 18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428" y="4152"/>
              <a:ext cx="168" cy="1407"/>
            </a:xfrm>
            <a:prstGeom prst="rect">
              <a:avLst/>
            </a:prstGeom>
            <a:solidFill>
              <a:schemeClr val="bg1"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7" name="Rectangle 21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428" y="6058"/>
              <a:ext cx="168" cy="1407"/>
            </a:xfrm>
            <a:prstGeom prst="rect">
              <a:avLst/>
            </a:prstGeom>
            <a:solidFill>
              <a:schemeClr val="bg1"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168" name="Rectangle 24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428" y="7918"/>
              <a:ext cx="168" cy="1407"/>
            </a:xfrm>
            <a:prstGeom prst="rect">
              <a:avLst/>
            </a:prstGeom>
            <a:solidFill>
              <a:schemeClr val="bg1">
                <a:alpha val="1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>
                <a:solidFill>
                  <a:sysClr val="windowText" lastClr="00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1575" y="2033"/>
              <a:ext cx="12660" cy="1743"/>
              <a:chOff x="999865" y="1291069"/>
              <a:chExt cx="8039078" cy="1106511"/>
            </a:xfrm>
          </p:grpSpPr>
          <p:sp>
            <p:nvSpPr>
              <p:cNvPr id="170" name="文本框 169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792323" y="1430479"/>
                <a:ext cx="7246620" cy="92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达成目标主要内容；单击此处添加文本内容，根据需要酌情增减文字，以便观者理解您传达的思想；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71" name="文本框 170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999865" y="1291069"/>
                <a:ext cx="466343" cy="1106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1</a:t>
                </a:r>
                <a:endPara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72" name="直接连接符 171"/>
              <p:cNvCxnSpPr/>
              <p:nvPr>
                <p:custDataLst>
                  <p:tags r:id="rId33"/>
                </p:custDataLst>
              </p:nvPr>
            </p:nvCxnSpPr>
            <p:spPr>
              <a:xfrm>
                <a:off x="1597152" y="1606182"/>
                <a:ext cx="0" cy="616613"/>
              </a:xfrm>
              <a:prstGeom prst="line">
                <a:avLst/>
              </a:prstGeom>
              <a:ln w="12700">
                <a:solidFill>
                  <a:schemeClr val="bg1">
                    <a:alpha val="39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组合 172"/>
            <p:cNvGrpSpPr/>
            <p:nvPr/>
          </p:nvGrpSpPr>
          <p:grpSpPr>
            <a:xfrm>
              <a:off x="1595" y="3894"/>
              <a:ext cx="12660" cy="1743"/>
              <a:chOff x="999865" y="1291069"/>
              <a:chExt cx="8039078" cy="1106511"/>
            </a:xfrm>
          </p:grpSpPr>
          <p:sp>
            <p:nvSpPr>
              <p:cNvPr id="174" name="文本框 17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1792323" y="1430479"/>
                <a:ext cx="7246620" cy="92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达成目标主要内容；单击此处添加文本内容，根据需要酌情增减文字，以便观者理解您传达的思想；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75" name="文本框 17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999865" y="1291069"/>
                <a:ext cx="466343" cy="1106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2</a:t>
                </a:r>
                <a:endPara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76" name="直接连接符 175"/>
              <p:cNvCxnSpPr/>
              <p:nvPr>
                <p:custDataLst>
                  <p:tags r:id="rId36"/>
                </p:custDataLst>
              </p:nvPr>
            </p:nvCxnSpPr>
            <p:spPr>
              <a:xfrm>
                <a:off x="1597152" y="1606182"/>
                <a:ext cx="0" cy="616613"/>
              </a:xfrm>
              <a:prstGeom prst="line">
                <a:avLst/>
              </a:prstGeom>
              <a:ln w="12700">
                <a:solidFill>
                  <a:schemeClr val="bg1">
                    <a:alpha val="39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7" name="组合 176"/>
            <p:cNvGrpSpPr/>
            <p:nvPr/>
          </p:nvGrpSpPr>
          <p:grpSpPr>
            <a:xfrm>
              <a:off x="1616" y="5756"/>
              <a:ext cx="12660" cy="1743"/>
              <a:chOff x="999865" y="1291069"/>
              <a:chExt cx="8039078" cy="1106511"/>
            </a:xfrm>
          </p:grpSpPr>
          <p:sp>
            <p:nvSpPr>
              <p:cNvPr id="178" name="文本框 177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1792323" y="1430479"/>
                <a:ext cx="7246620" cy="92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达成目标主要内容；单击此处添加文本内容，根据需要酌情增减文字，以便观者理解您传达的思想；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79" name="文本框 178"/>
              <p:cNvSpPr txBox="1"/>
              <p:nvPr>
                <p:custDataLst>
                  <p:tags r:id="rId38"/>
                </p:custDataLst>
              </p:nvPr>
            </p:nvSpPr>
            <p:spPr>
              <a:xfrm>
                <a:off x="999865" y="1291069"/>
                <a:ext cx="466343" cy="1106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3</a:t>
                </a:r>
                <a:endPara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80" name="直接连接符 179"/>
              <p:cNvCxnSpPr/>
              <p:nvPr>
                <p:custDataLst>
                  <p:tags r:id="rId39"/>
                </p:custDataLst>
              </p:nvPr>
            </p:nvCxnSpPr>
            <p:spPr>
              <a:xfrm>
                <a:off x="1597152" y="1606182"/>
                <a:ext cx="0" cy="616613"/>
              </a:xfrm>
              <a:prstGeom prst="line">
                <a:avLst/>
              </a:prstGeom>
              <a:ln w="12700">
                <a:solidFill>
                  <a:schemeClr val="bg1">
                    <a:alpha val="39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1" name="组合 180"/>
            <p:cNvGrpSpPr/>
            <p:nvPr/>
          </p:nvGrpSpPr>
          <p:grpSpPr>
            <a:xfrm>
              <a:off x="1636" y="7617"/>
              <a:ext cx="12660" cy="1743"/>
              <a:chOff x="999865" y="1291069"/>
              <a:chExt cx="8039078" cy="1106511"/>
            </a:xfrm>
          </p:grpSpPr>
          <p:sp>
            <p:nvSpPr>
              <p:cNvPr id="182" name="文本框 181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792323" y="1430479"/>
                <a:ext cx="7246620" cy="92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达成目标主要内容；单击此处添加文本内容，根据需要酌情增减文字，以便观者理解您传达的思想；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83" name="文本框 182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999865" y="1291069"/>
                <a:ext cx="466343" cy="1106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汉仪旗黑-55简" panose="00020600040101010101" pitchFamily="18" charset="-122"/>
                    <a:ea typeface="汉仪旗黑-55简" panose="00020600040101010101" pitchFamily="18" charset="-122"/>
                    <a:cs typeface="+mn-ea"/>
                    <a:sym typeface="汉仪旗黑-55简" panose="00020600040101010101" pitchFamily="18" charset="-122"/>
                  </a:rPr>
                  <a:t>4</a:t>
                </a:r>
                <a:endParaRPr kumimoji="0" lang="zh-CN" altLang="en-US" sz="4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cs typeface="+mn-ea"/>
                  <a:sym typeface="汉仪旗黑-55简" panose="00020600040101010101" pitchFamily="18" charset="-122"/>
                </a:endParaRPr>
              </a:p>
            </p:txBody>
          </p:sp>
          <p:cxnSp>
            <p:nvCxnSpPr>
              <p:cNvPr id="184" name="直接连接符 183"/>
              <p:cNvCxnSpPr/>
              <p:nvPr>
                <p:custDataLst>
                  <p:tags r:id="rId42"/>
                </p:custDataLst>
              </p:nvPr>
            </p:nvCxnSpPr>
            <p:spPr>
              <a:xfrm>
                <a:off x="1597152" y="1606182"/>
                <a:ext cx="0" cy="616613"/>
              </a:xfrm>
              <a:prstGeom prst="line">
                <a:avLst/>
              </a:prstGeom>
              <a:ln w="12700">
                <a:solidFill>
                  <a:schemeClr val="bg1">
                    <a:alpha val="39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顶角 20"/>
          <p:cNvSpPr/>
          <p:nvPr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2" name="arrowhead-thin-outline-to-the-left_32542"/>
          <p:cNvSpPr/>
          <p:nvPr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9431" y="367927"/>
            <a:ext cx="1552141" cy="51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1100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7303" y="367927"/>
            <a:ext cx="45719" cy="519309"/>
          </a:xfrm>
          <a:prstGeom prst="rect">
            <a:avLst/>
          </a:prstGeom>
          <a:pattFill prst="zigZ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1284876" y="3394039"/>
            <a:ext cx="597929" cy="597933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 flipV="1">
            <a:off x="1637665" y="3102610"/>
            <a:ext cx="10207625" cy="737870"/>
            <a:chOff x="3037840" y="5372100"/>
            <a:chExt cx="6878320" cy="738056"/>
          </a:xfrm>
        </p:grpSpPr>
        <p:sp>
          <p:nvSpPr>
            <p:cNvPr id="4" name="椭圆 3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139440" y="2320925"/>
            <a:ext cx="796163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建设内容与总体方案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12934" y="2054166"/>
            <a:ext cx="1599479" cy="1599479"/>
            <a:chOff x="1439212" y="1545892"/>
            <a:chExt cx="779175" cy="779175"/>
          </a:xfrm>
        </p:grpSpPr>
        <p:sp>
          <p:nvSpPr>
            <p:cNvPr id="8" name="椭圆 7"/>
            <p:cNvSpPr/>
            <p:nvPr/>
          </p:nvSpPr>
          <p:spPr>
            <a:xfrm>
              <a:off x="1439212" y="1545892"/>
              <a:ext cx="779175" cy="779175"/>
            </a:xfrm>
            <a:prstGeom prst="ellipse">
              <a:avLst/>
            </a:prstGeom>
            <a:solidFill>
              <a:srgbClr val="1B1D3D">
                <a:alpha val="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9240" y="1645920"/>
              <a:ext cx="579120" cy="579120"/>
            </a:xfrm>
            <a:prstGeom prst="ellipse">
              <a:avLst/>
            </a:prstGeom>
            <a:solidFill>
              <a:srgbClr val="99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1657" y="2293935"/>
            <a:ext cx="114188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4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 flipH="1">
            <a:off x="2439455" y="1403685"/>
            <a:ext cx="849927" cy="849932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844895" y="3217106"/>
            <a:ext cx="1513669" cy="15136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861352" y="6441804"/>
            <a:ext cx="2468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4076441" y="3840530"/>
            <a:ext cx="2837180" cy="337185"/>
            <a:chOff x="4645227" y="4175251"/>
            <a:chExt cx="2837180" cy="337185"/>
          </a:xfrm>
        </p:grpSpPr>
        <p:grpSp>
          <p:nvGrpSpPr>
            <p:cNvPr id="89" name="组合 88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90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1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2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3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4989397" y="4175251"/>
              <a:ext cx="249301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建设范围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894109" y="3840530"/>
            <a:ext cx="3075940" cy="337185"/>
            <a:chOff x="4645227" y="4175251"/>
            <a:chExt cx="3075940" cy="337185"/>
          </a:xfrm>
        </p:grpSpPr>
        <p:grpSp>
          <p:nvGrpSpPr>
            <p:cNvPr id="96" name="组合 95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97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8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9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0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4989397" y="4175251"/>
              <a:ext cx="273177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总体架构与技术路线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4076441" y="4240154"/>
            <a:ext cx="2572385" cy="337185"/>
            <a:chOff x="4645227" y="4175251"/>
            <a:chExt cx="2572385" cy="337185"/>
          </a:xfrm>
        </p:grpSpPr>
        <p:grpSp>
          <p:nvGrpSpPr>
            <p:cNvPr id="103" name="组合 102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104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5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6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7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08" name="文本框 107"/>
            <p:cNvSpPr txBox="1"/>
            <p:nvPr/>
          </p:nvSpPr>
          <p:spPr>
            <a:xfrm>
              <a:off x="4989397" y="4175251"/>
              <a:ext cx="222821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核心功能模块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6913621" y="4247139"/>
            <a:ext cx="2572385" cy="337185"/>
            <a:chOff x="4645227" y="4175251"/>
            <a:chExt cx="2572385" cy="337185"/>
          </a:xfrm>
        </p:grpSpPr>
        <p:grpSp>
          <p:nvGrpSpPr>
            <p:cNvPr id="109" name="组合 108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110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1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2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3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14" name="文本框 113"/>
            <p:cNvSpPr txBox="1"/>
            <p:nvPr/>
          </p:nvSpPr>
          <p:spPr>
            <a:xfrm>
              <a:off x="4989397" y="4175251"/>
              <a:ext cx="222821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建设内容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4076441" y="4706244"/>
            <a:ext cx="2572385" cy="337185"/>
            <a:chOff x="4645227" y="4175251"/>
            <a:chExt cx="2572385" cy="337185"/>
          </a:xfrm>
        </p:grpSpPr>
        <p:grpSp>
          <p:nvGrpSpPr>
            <p:cNvPr id="116" name="组合 115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117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8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19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20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21" name="文本框 120"/>
            <p:cNvSpPr txBox="1"/>
            <p:nvPr/>
          </p:nvSpPr>
          <p:spPr>
            <a:xfrm>
              <a:off x="4989397" y="4175251"/>
              <a:ext cx="2228215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关键技术与创新点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建设内容与总体方案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2" name="文本框 1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建设范围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36" name="矩形: 圆角 35"/>
          <p:cNvSpPr/>
          <p:nvPr>
            <p:custDataLst>
              <p:tags r:id="rId1"/>
            </p:custDataLst>
          </p:nvPr>
        </p:nvSpPr>
        <p:spPr>
          <a:xfrm>
            <a:off x="784860" y="1132205"/>
            <a:ext cx="5189220" cy="188214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852295" y="1526540"/>
            <a:ext cx="3908425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946150" y="1132205"/>
            <a:ext cx="745490" cy="108013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939165" y="1633220"/>
            <a:ext cx="7454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范围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946150" y="1208405"/>
            <a:ext cx="745490" cy="52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矩形: 圆角 44"/>
          <p:cNvSpPr/>
          <p:nvPr>
            <p:custDataLst>
              <p:tags r:id="rId6"/>
            </p:custDataLst>
          </p:nvPr>
        </p:nvSpPr>
        <p:spPr>
          <a:xfrm>
            <a:off x="6165215" y="1139190"/>
            <a:ext cx="5189220" cy="188214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7"/>
            </p:custDataLst>
          </p:nvPr>
        </p:nvSpPr>
        <p:spPr>
          <a:xfrm>
            <a:off x="7232650" y="1534160"/>
            <a:ext cx="3908425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8" name="Freeform 5"/>
          <p:cNvSpPr/>
          <p:nvPr>
            <p:custDataLst>
              <p:tags r:id="rId8"/>
            </p:custDataLst>
          </p:nvPr>
        </p:nvSpPr>
        <p:spPr bwMode="auto">
          <a:xfrm>
            <a:off x="6325870" y="1139190"/>
            <a:ext cx="745490" cy="108013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6319520" y="1640205"/>
            <a:ext cx="7454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范围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6325870" y="1215390"/>
            <a:ext cx="745490" cy="52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2" name="矩形: 圆角 51"/>
          <p:cNvSpPr/>
          <p:nvPr>
            <p:custDataLst>
              <p:tags r:id="rId11"/>
            </p:custDataLst>
          </p:nvPr>
        </p:nvSpPr>
        <p:spPr>
          <a:xfrm>
            <a:off x="784860" y="3180715"/>
            <a:ext cx="5189220" cy="188214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2"/>
            </p:custDataLst>
          </p:nvPr>
        </p:nvSpPr>
        <p:spPr>
          <a:xfrm>
            <a:off x="1852295" y="3575050"/>
            <a:ext cx="3908425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4" name="Freeform 5"/>
          <p:cNvSpPr/>
          <p:nvPr>
            <p:custDataLst>
              <p:tags r:id="rId13"/>
            </p:custDataLst>
          </p:nvPr>
        </p:nvSpPr>
        <p:spPr bwMode="auto">
          <a:xfrm>
            <a:off x="946150" y="3180715"/>
            <a:ext cx="745490" cy="108013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14"/>
            </p:custDataLst>
          </p:nvPr>
        </p:nvSpPr>
        <p:spPr>
          <a:xfrm>
            <a:off x="939165" y="3681730"/>
            <a:ext cx="7454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范围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15"/>
            </p:custDataLst>
          </p:nvPr>
        </p:nvSpPr>
        <p:spPr>
          <a:xfrm>
            <a:off x="946150" y="3256915"/>
            <a:ext cx="745490" cy="52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矩形: 圆角 57"/>
          <p:cNvSpPr/>
          <p:nvPr>
            <p:custDataLst>
              <p:tags r:id="rId16"/>
            </p:custDataLst>
          </p:nvPr>
        </p:nvSpPr>
        <p:spPr>
          <a:xfrm>
            <a:off x="6165215" y="3187700"/>
            <a:ext cx="5189220" cy="188214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7"/>
            </p:custDataLst>
          </p:nvPr>
        </p:nvSpPr>
        <p:spPr>
          <a:xfrm>
            <a:off x="7232650" y="3582670"/>
            <a:ext cx="3908425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37" name="Freeform 5"/>
          <p:cNvSpPr/>
          <p:nvPr>
            <p:custDataLst>
              <p:tags r:id="rId18"/>
            </p:custDataLst>
          </p:nvPr>
        </p:nvSpPr>
        <p:spPr bwMode="auto">
          <a:xfrm>
            <a:off x="6325870" y="3187700"/>
            <a:ext cx="745490" cy="108013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19"/>
            </p:custDataLst>
          </p:nvPr>
        </p:nvSpPr>
        <p:spPr>
          <a:xfrm>
            <a:off x="6319520" y="3688715"/>
            <a:ext cx="74549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范围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9" name="矩形 78"/>
          <p:cNvSpPr/>
          <p:nvPr>
            <p:custDataLst>
              <p:tags r:id="rId20"/>
            </p:custDataLst>
          </p:nvPr>
        </p:nvSpPr>
        <p:spPr>
          <a:xfrm>
            <a:off x="6325870" y="3263900"/>
            <a:ext cx="745490" cy="523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3" name="矩形: 圆角 11"/>
          <p:cNvSpPr/>
          <p:nvPr/>
        </p:nvSpPr>
        <p:spPr>
          <a:xfrm>
            <a:off x="784860" y="5217619"/>
            <a:ext cx="10569295" cy="975386"/>
          </a:xfrm>
          <a:prstGeom prst="roundRect">
            <a:avLst>
              <a:gd name="adj" fmla="val 4468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1743739" y="5272733"/>
            <a:ext cx="9178313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b="0" i="0" dirty="0">
                <a:solidFill>
                  <a:schemeClr val="bg1"/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单击此处添加文本内容，根据需要酌情增减文字，以便观者理解您传达的思想和相关内容。</a:t>
            </a:r>
            <a:endParaRPr lang="zh-CN" altLang="en-US" sz="2000" b="0" i="0" dirty="0">
              <a:solidFill>
                <a:schemeClr val="bg1"/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43076" y="5369700"/>
            <a:ext cx="671223" cy="6712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Freeform 304"/>
          <p:cNvSpPr/>
          <p:nvPr/>
        </p:nvSpPr>
        <p:spPr bwMode="auto">
          <a:xfrm>
            <a:off x="1198245" y="5528310"/>
            <a:ext cx="311785" cy="314960"/>
          </a:xfrm>
          <a:custGeom>
            <a:avLst/>
            <a:gdLst>
              <a:gd name="T0" fmla="*/ 200 w 200"/>
              <a:gd name="T1" fmla="*/ 119 h 202"/>
              <a:gd name="T2" fmla="*/ 101 w 200"/>
              <a:gd name="T3" fmla="*/ 202 h 202"/>
              <a:gd name="T4" fmla="*/ 0 w 200"/>
              <a:gd name="T5" fmla="*/ 101 h 202"/>
              <a:gd name="T6" fmla="*/ 101 w 200"/>
              <a:gd name="T7" fmla="*/ 0 h 202"/>
              <a:gd name="T8" fmla="*/ 200 w 200"/>
              <a:gd name="T9" fmla="*/ 8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202">
                <a:moveTo>
                  <a:pt x="200" y="119"/>
                </a:moveTo>
                <a:cubicBezTo>
                  <a:pt x="192" y="166"/>
                  <a:pt x="150" y="202"/>
                  <a:pt x="101" y="202"/>
                </a:cubicBezTo>
                <a:cubicBezTo>
                  <a:pt x="45" y="202"/>
                  <a:pt x="0" y="156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150" y="0"/>
                  <a:pt x="192" y="35"/>
                  <a:pt x="200" y="82"/>
                </a:cubicBez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305"/>
          <p:cNvSpPr/>
          <p:nvPr/>
        </p:nvSpPr>
        <p:spPr bwMode="auto">
          <a:xfrm>
            <a:off x="1260475" y="5589270"/>
            <a:ext cx="187325" cy="191770"/>
          </a:xfrm>
          <a:custGeom>
            <a:avLst/>
            <a:gdLst>
              <a:gd name="T0" fmla="*/ 120 w 120"/>
              <a:gd name="T1" fmla="*/ 79 h 123"/>
              <a:gd name="T2" fmla="*/ 61 w 120"/>
              <a:gd name="T3" fmla="*/ 123 h 123"/>
              <a:gd name="T4" fmla="*/ 0 w 120"/>
              <a:gd name="T5" fmla="*/ 62 h 123"/>
              <a:gd name="T6" fmla="*/ 61 w 120"/>
              <a:gd name="T7" fmla="*/ 0 h 123"/>
              <a:gd name="T8" fmla="*/ 120 w 120"/>
              <a:gd name="T9" fmla="*/ 4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" h="123">
                <a:moveTo>
                  <a:pt x="120" y="79"/>
                </a:moveTo>
                <a:cubicBezTo>
                  <a:pt x="112" y="105"/>
                  <a:pt x="89" y="123"/>
                  <a:pt x="61" y="123"/>
                </a:cubicBezTo>
                <a:cubicBezTo>
                  <a:pt x="27" y="123"/>
                  <a:pt x="0" y="95"/>
                  <a:pt x="0" y="62"/>
                </a:cubicBezTo>
                <a:cubicBezTo>
                  <a:pt x="0" y="28"/>
                  <a:pt x="27" y="0"/>
                  <a:pt x="61" y="0"/>
                </a:cubicBezTo>
                <a:cubicBezTo>
                  <a:pt x="89" y="0"/>
                  <a:pt x="112" y="18"/>
                  <a:pt x="120" y="43"/>
                </a:cubicBez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306"/>
          <p:cNvSpPr/>
          <p:nvPr/>
        </p:nvSpPr>
        <p:spPr bwMode="auto">
          <a:xfrm>
            <a:off x="1317625" y="5647055"/>
            <a:ext cx="66675" cy="78105"/>
          </a:xfrm>
          <a:custGeom>
            <a:avLst/>
            <a:gdLst>
              <a:gd name="T0" fmla="*/ 43 w 43"/>
              <a:gd name="T1" fmla="*/ 42 h 50"/>
              <a:gd name="T2" fmla="*/ 25 w 43"/>
              <a:gd name="T3" fmla="*/ 50 h 50"/>
              <a:gd name="T4" fmla="*/ 0 w 43"/>
              <a:gd name="T5" fmla="*/ 25 h 50"/>
              <a:gd name="T6" fmla="*/ 25 w 43"/>
              <a:gd name="T7" fmla="*/ 0 h 50"/>
              <a:gd name="T8" fmla="*/ 42 w 43"/>
              <a:gd name="T9" fmla="*/ 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50">
                <a:moveTo>
                  <a:pt x="43" y="42"/>
                </a:moveTo>
                <a:cubicBezTo>
                  <a:pt x="38" y="47"/>
                  <a:pt x="32" y="50"/>
                  <a:pt x="25" y="50"/>
                </a:cubicBezTo>
                <a:cubicBezTo>
                  <a:pt x="12" y="50"/>
                  <a:pt x="0" y="38"/>
                  <a:pt x="0" y="25"/>
                </a:cubicBezTo>
                <a:cubicBezTo>
                  <a:pt x="0" y="11"/>
                  <a:pt x="12" y="0"/>
                  <a:pt x="25" y="0"/>
                </a:cubicBezTo>
                <a:cubicBezTo>
                  <a:pt x="32" y="0"/>
                  <a:pt x="38" y="2"/>
                  <a:pt x="42" y="6"/>
                </a:cubicBez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Line 307"/>
          <p:cNvSpPr>
            <a:spLocks noChangeShapeType="1"/>
          </p:cNvSpPr>
          <p:nvPr/>
        </p:nvSpPr>
        <p:spPr bwMode="auto">
          <a:xfrm>
            <a:off x="1356995" y="5684520"/>
            <a:ext cx="233680" cy="0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5" name="Line 308"/>
          <p:cNvSpPr>
            <a:spLocks noChangeShapeType="1"/>
          </p:cNvSpPr>
          <p:nvPr/>
        </p:nvSpPr>
        <p:spPr bwMode="auto">
          <a:xfrm flipV="1">
            <a:off x="1590675" y="5648325"/>
            <a:ext cx="29845" cy="36195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6" name="Line 309"/>
          <p:cNvSpPr>
            <a:spLocks noChangeShapeType="1"/>
          </p:cNvSpPr>
          <p:nvPr/>
        </p:nvSpPr>
        <p:spPr bwMode="auto">
          <a:xfrm flipH="1" flipV="1">
            <a:off x="1590675" y="5684520"/>
            <a:ext cx="29845" cy="35560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7" name="Line 310"/>
          <p:cNvSpPr>
            <a:spLocks noChangeShapeType="1"/>
          </p:cNvSpPr>
          <p:nvPr/>
        </p:nvSpPr>
        <p:spPr bwMode="auto">
          <a:xfrm flipV="1">
            <a:off x="1536065" y="5648325"/>
            <a:ext cx="29845" cy="36195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8" name="Line 311"/>
          <p:cNvSpPr>
            <a:spLocks noChangeShapeType="1"/>
          </p:cNvSpPr>
          <p:nvPr/>
        </p:nvSpPr>
        <p:spPr bwMode="auto">
          <a:xfrm flipH="1" flipV="1">
            <a:off x="1536065" y="5684520"/>
            <a:ext cx="29845" cy="35560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9" name="Freeform 312"/>
          <p:cNvSpPr/>
          <p:nvPr/>
        </p:nvSpPr>
        <p:spPr bwMode="auto">
          <a:xfrm>
            <a:off x="1217930" y="5826125"/>
            <a:ext cx="68580" cy="48260"/>
          </a:xfrm>
          <a:custGeom>
            <a:avLst/>
            <a:gdLst>
              <a:gd name="T0" fmla="*/ 64 w 64"/>
              <a:gd name="T1" fmla="*/ 0 h 45"/>
              <a:gd name="T2" fmla="*/ 37 w 64"/>
              <a:gd name="T3" fmla="*/ 45 h 45"/>
              <a:gd name="T4" fmla="*/ 0 w 64"/>
              <a:gd name="T5" fmla="*/ 45 h 45"/>
              <a:gd name="T6" fmla="*/ 24 w 64"/>
              <a:gd name="T7" fmla="*/ 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" h="45">
                <a:moveTo>
                  <a:pt x="64" y="0"/>
                </a:moveTo>
                <a:lnTo>
                  <a:pt x="37" y="45"/>
                </a:lnTo>
                <a:lnTo>
                  <a:pt x="0" y="45"/>
                </a:lnTo>
                <a:lnTo>
                  <a:pt x="24" y="6"/>
                </a:ln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0" name="Freeform 313"/>
          <p:cNvSpPr/>
          <p:nvPr/>
        </p:nvSpPr>
        <p:spPr bwMode="auto">
          <a:xfrm>
            <a:off x="1439545" y="5808980"/>
            <a:ext cx="53340" cy="65405"/>
          </a:xfrm>
          <a:custGeom>
            <a:avLst/>
            <a:gdLst>
              <a:gd name="T0" fmla="*/ 15 w 50"/>
              <a:gd name="T1" fmla="*/ 0 h 61"/>
              <a:gd name="T2" fmla="*/ 50 w 50"/>
              <a:gd name="T3" fmla="*/ 61 h 61"/>
              <a:gd name="T4" fmla="*/ 13 w 50"/>
              <a:gd name="T5" fmla="*/ 61 h 61"/>
              <a:gd name="T6" fmla="*/ 0 w 50"/>
              <a:gd name="T7" fmla="*/ 39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61">
                <a:moveTo>
                  <a:pt x="15" y="0"/>
                </a:moveTo>
                <a:lnTo>
                  <a:pt x="50" y="61"/>
                </a:lnTo>
                <a:lnTo>
                  <a:pt x="13" y="61"/>
                </a:lnTo>
                <a:lnTo>
                  <a:pt x="0" y="39"/>
                </a:ln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建设内容与总体方案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总体架构与技术路线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69" name="任意多边形: 形状 68"/>
          <p:cNvSpPr/>
          <p:nvPr/>
        </p:nvSpPr>
        <p:spPr>
          <a:xfrm>
            <a:off x="1691640" y="1424940"/>
            <a:ext cx="662940" cy="4373880"/>
          </a:xfrm>
          <a:custGeom>
            <a:avLst/>
            <a:gdLst>
              <a:gd name="connsiteX0" fmla="*/ 662940 w 662940"/>
              <a:gd name="connsiteY0" fmla="*/ 0 h 4373880"/>
              <a:gd name="connsiteX1" fmla="*/ 497205 w 662940"/>
              <a:gd name="connsiteY1" fmla="*/ 317658 h 4373880"/>
              <a:gd name="connsiteX2" fmla="*/ 497205 w 662940"/>
              <a:gd name="connsiteY2" fmla="*/ 1869282 h 4373880"/>
              <a:gd name="connsiteX3" fmla="*/ 331470 w 662940"/>
              <a:gd name="connsiteY3" fmla="*/ 2186940 h 4373880"/>
              <a:gd name="connsiteX4" fmla="*/ 497205 w 662940"/>
              <a:gd name="connsiteY4" fmla="*/ 2504598 h 4373880"/>
              <a:gd name="connsiteX5" fmla="*/ 497205 w 662940"/>
              <a:gd name="connsiteY5" fmla="*/ 4056222 h 4373880"/>
              <a:gd name="connsiteX6" fmla="*/ 662940 w 662940"/>
              <a:gd name="connsiteY6" fmla="*/ 4373880 h 4373880"/>
              <a:gd name="connsiteX7" fmla="*/ 331470 w 662940"/>
              <a:gd name="connsiteY7" fmla="*/ 3738565 h 4373880"/>
              <a:gd name="connsiteX8" fmla="*/ 331470 w 662940"/>
              <a:gd name="connsiteY8" fmla="*/ 2822255 h 4373880"/>
              <a:gd name="connsiteX9" fmla="*/ 0 w 662940"/>
              <a:gd name="connsiteY9" fmla="*/ 2186940 h 4373880"/>
              <a:gd name="connsiteX10" fmla="*/ 331470 w 662940"/>
              <a:gd name="connsiteY10" fmla="*/ 1551625 h 4373880"/>
              <a:gd name="connsiteX11" fmla="*/ 331470 w 662940"/>
              <a:gd name="connsiteY11" fmla="*/ 635315 h 4373880"/>
              <a:gd name="connsiteX12" fmla="*/ 662940 w 662940"/>
              <a:gd name="connsiteY12" fmla="*/ 0 h 437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62940" h="4373880">
                <a:moveTo>
                  <a:pt x="662940" y="0"/>
                </a:moveTo>
                <a:cubicBezTo>
                  <a:pt x="571407" y="0"/>
                  <a:pt x="497205" y="142220"/>
                  <a:pt x="497205" y="317658"/>
                </a:cubicBezTo>
                <a:lnTo>
                  <a:pt x="497205" y="1869282"/>
                </a:lnTo>
                <a:cubicBezTo>
                  <a:pt x="497205" y="2044720"/>
                  <a:pt x="423003" y="2186940"/>
                  <a:pt x="331470" y="2186940"/>
                </a:cubicBezTo>
                <a:cubicBezTo>
                  <a:pt x="423003" y="2186940"/>
                  <a:pt x="497205" y="2329160"/>
                  <a:pt x="497205" y="2504598"/>
                </a:cubicBezTo>
                <a:lnTo>
                  <a:pt x="497205" y="4056222"/>
                </a:lnTo>
                <a:cubicBezTo>
                  <a:pt x="497205" y="4231660"/>
                  <a:pt x="571407" y="4373880"/>
                  <a:pt x="662940" y="4373880"/>
                </a:cubicBezTo>
                <a:cubicBezTo>
                  <a:pt x="479874" y="4373880"/>
                  <a:pt x="331470" y="4089440"/>
                  <a:pt x="331470" y="3738565"/>
                </a:cubicBezTo>
                <a:lnTo>
                  <a:pt x="331470" y="2822255"/>
                </a:lnTo>
                <a:cubicBezTo>
                  <a:pt x="331470" y="2471380"/>
                  <a:pt x="183066" y="2186940"/>
                  <a:pt x="0" y="2186940"/>
                </a:cubicBezTo>
                <a:cubicBezTo>
                  <a:pt x="183066" y="2186940"/>
                  <a:pt x="331470" y="1902500"/>
                  <a:pt x="331470" y="1551625"/>
                </a:cubicBezTo>
                <a:lnTo>
                  <a:pt x="331470" y="635315"/>
                </a:lnTo>
                <a:cubicBezTo>
                  <a:pt x="331470" y="284440"/>
                  <a:pt x="479874" y="0"/>
                  <a:pt x="662940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87045" y="3006090"/>
            <a:ext cx="1146810" cy="1146810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矩形 5"/>
          <p:cNvSpPr/>
          <p:nvPr/>
        </p:nvSpPr>
        <p:spPr>
          <a:xfrm>
            <a:off x="711835" y="3225800"/>
            <a:ext cx="69786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技术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路线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2586990" y="1775460"/>
            <a:ext cx="2710815" cy="46164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 w="22225" cap="flat" cmpd="sng" algn="ctr">
            <a:noFill/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57525" y="1837055"/>
            <a:ext cx="176974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矩形: 圆角 79"/>
          <p:cNvSpPr/>
          <p:nvPr/>
        </p:nvSpPr>
        <p:spPr>
          <a:xfrm>
            <a:off x="2586990" y="2882265"/>
            <a:ext cx="2710815" cy="46164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 w="22225" cap="flat" cmpd="sng" algn="ctr">
            <a:noFill/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57525" y="2943860"/>
            <a:ext cx="176974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2" name="矩形: 圆角 82"/>
          <p:cNvSpPr/>
          <p:nvPr/>
        </p:nvSpPr>
        <p:spPr>
          <a:xfrm>
            <a:off x="2586990" y="3988435"/>
            <a:ext cx="2710815" cy="46164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 w="22225" cap="flat" cmpd="sng" algn="ctr">
            <a:noFill/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57525" y="4050030"/>
            <a:ext cx="176974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5" name="矩形: 圆角 85"/>
          <p:cNvSpPr/>
          <p:nvPr/>
        </p:nvSpPr>
        <p:spPr>
          <a:xfrm>
            <a:off x="2586990" y="5094605"/>
            <a:ext cx="2710815" cy="46164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 w="22225" cap="flat" cmpd="sng" algn="ctr">
            <a:noFill/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057525" y="5156200"/>
            <a:ext cx="176974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5342255" y="2006600"/>
            <a:ext cx="147320" cy="0"/>
          </a:xfrm>
          <a:prstGeom prst="line">
            <a:avLst/>
          </a:prstGeom>
          <a:solidFill>
            <a:srgbClr val="285B9E"/>
          </a:solidFill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  <p:sp>
        <p:nvSpPr>
          <p:cNvPr id="36" name="左中括号 35"/>
          <p:cNvSpPr/>
          <p:nvPr/>
        </p:nvSpPr>
        <p:spPr>
          <a:xfrm>
            <a:off x="5489575" y="1561465"/>
            <a:ext cx="135890" cy="890270"/>
          </a:xfrm>
          <a:prstGeom prst="leftBracket">
            <a:avLst>
              <a:gd name="adj" fmla="val 0"/>
            </a:avLst>
          </a:prstGeom>
          <a:noFill/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6" name="矩形: 圆角 125"/>
          <p:cNvSpPr/>
          <p:nvPr/>
        </p:nvSpPr>
        <p:spPr>
          <a:xfrm>
            <a:off x="5721985" y="1313815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6152515" y="1375410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5721985" y="2220595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6152515" y="2282190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132" name="直接连接符 131"/>
          <p:cNvCxnSpPr/>
          <p:nvPr/>
        </p:nvCxnSpPr>
        <p:spPr>
          <a:xfrm>
            <a:off x="5297805" y="4260850"/>
            <a:ext cx="147320" cy="0"/>
          </a:xfrm>
          <a:prstGeom prst="line">
            <a:avLst/>
          </a:prstGeom>
          <a:solidFill>
            <a:srgbClr val="285B9E"/>
          </a:solidFill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  <p:sp>
        <p:nvSpPr>
          <p:cNvPr id="133" name="左中括号 132"/>
          <p:cNvSpPr/>
          <p:nvPr/>
        </p:nvSpPr>
        <p:spPr>
          <a:xfrm>
            <a:off x="5445125" y="3815715"/>
            <a:ext cx="135890" cy="890270"/>
          </a:xfrm>
          <a:prstGeom prst="leftBracket">
            <a:avLst>
              <a:gd name="adj" fmla="val 0"/>
            </a:avLst>
          </a:prstGeom>
          <a:noFill/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5" name="矩形: 圆角 134"/>
          <p:cNvSpPr/>
          <p:nvPr/>
        </p:nvSpPr>
        <p:spPr>
          <a:xfrm>
            <a:off x="5677535" y="3568065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6108065" y="3629660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8" name="矩形: 圆角 137"/>
          <p:cNvSpPr/>
          <p:nvPr/>
        </p:nvSpPr>
        <p:spPr>
          <a:xfrm>
            <a:off x="5677535" y="4474845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6108065" y="4536440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141" name="直接连接符 140"/>
          <p:cNvCxnSpPr/>
          <p:nvPr/>
        </p:nvCxnSpPr>
        <p:spPr>
          <a:xfrm>
            <a:off x="5415915" y="3134995"/>
            <a:ext cx="3181985" cy="0"/>
          </a:xfrm>
          <a:prstGeom prst="line">
            <a:avLst/>
          </a:prstGeom>
          <a:solidFill>
            <a:srgbClr val="285B9E"/>
          </a:solidFill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  <p:sp>
        <p:nvSpPr>
          <p:cNvPr id="142" name="左中括号 141"/>
          <p:cNvSpPr/>
          <p:nvPr/>
        </p:nvSpPr>
        <p:spPr>
          <a:xfrm>
            <a:off x="8597265" y="2689860"/>
            <a:ext cx="135890" cy="890270"/>
          </a:xfrm>
          <a:prstGeom prst="leftBracket">
            <a:avLst>
              <a:gd name="adj" fmla="val 0"/>
            </a:avLst>
          </a:prstGeom>
          <a:noFill/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8763000" y="2447290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9192895" y="2508885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47" name="矩形: 圆角 146"/>
          <p:cNvSpPr/>
          <p:nvPr/>
        </p:nvSpPr>
        <p:spPr>
          <a:xfrm>
            <a:off x="8763000" y="3354070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9192895" y="3415665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cxnSp>
        <p:nvCxnSpPr>
          <p:cNvPr id="150" name="直接连接符 149"/>
          <p:cNvCxnSpPr/>
          <p:nvPr/>
        </p:nvCxnSpPr>
        <p:spPr>
          <a:xfrm>
            <a:off x="5415915" y="5372100"/>
            <a:ext cx="3181985" cy="0"/>
          </a:xfrm>
          <a:prstGeom prst="line">
            <a:avLst/>
          </a:prstGeom>
          <a:solidFill>
            <a:srgbClr val="285B9E"/>
          </a:solidFill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  <p:sp>
        <p:nvSpPr>
          <p:cNvPr id="151" name="左中括号 150"/>
          <p:cNvSpPr/>
          <p:nvPr/>
        </p:nvSpPr>
        <p:spPr>
          <a:xfrm>
            <a:off x="8597265" y="4926965"/>
            <a:ext cx="135890" cy="890270"/>
          </a:xfrm>
          <a:prstGeom prst="leftBracket">
            <a:avLst>
              <a:gd name="adj" fmla="val 0"/>
            </a:avLst>
          </a:prstGeom>
          <a:noFill/>
          <a:ln w="22225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3" name="矩形: 圆角 152"/>
          <p:cNvSpPr/>
          <p:nvPr/>
        </p:nvSpPr>
        <p:spPr>
          <a:xfrm>
            <a:off x="8763000" y="4685030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9192895" y="4746625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56" name="矩形: 圆角 155"/>
          <p:cNvSpPr/>
          <p:nvPr/>
        </p:nvSpPr>
        <p:spPr>
          <a:xfrm>
            <a:off x="8763000" y="5591175"/>
            <a:ext cx="2479040" cy="461645"/>
          </a:xfrm>
          <a:prstGeom prst="roundRect">
            <a:avLst>
              <a:gd name="adj" fmla="val 50000"/>
            </a:avLst>
          </a:prstGeom>
          <a:solidFill>
            <a:srgbClr val="990000">
              <a:alpha val="5000"/>
            </a:srgbClr>
          </a:solidFill>
          <a:ln w="9525" cap="flat" cmpd="sng" algn="ctr">
            <a:solidFill>
              <a:srgbClr val="C00000"/>
            </a:solidFill>
            <a:prstDash val="solid"/>
            <a:miter lim="800000"/>
          </a:ln>
          <a:effectLst>
            <a:outerShdw blurRad="50800" dist="88900" dir="2700000" algn="tl" rotWithShape="0">
              <a:prstClr val="black">
                <a:alpha val="1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85B9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9192895" y="5652770"/>
            <a:ext cx="1618615" cy="338455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27477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输入相关文字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C27477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建设内容与总体方案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核心功能模块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3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60753" y="1282995"/>
            <a:ext cx="5371452" cy="2254103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6096000" y="1282995"/>
            <a:ext cx="5371452" cy="2254103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6096000" y="3605394"/>
            <a:ext cx="5371452" cy="2254103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1"/>
          <p:cNvSpPr/>
          <p:nvPr>
            <p:custDataLst>
              <p:tags r:id="rId4"/>
            </p:custDataLst>
          </p:nvPr>
        </p:nvSpPr>
        <p:spPr>
          <a:xfrm>
            <a:off x="775970" y="1487170"/>
            <a:ext cx="3526790" cy="42608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5"/>
            </p:custDataLst>
          </p:nvPr>
        </p:nvSpPr>
        <p:spPr>
          <a:xfrm>
            <a:off x="1066800" y="2031365"/>
            <a:ext cx="3604260" cy="108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5" name="矩形 44"/>
          <p:cNvSpPr/>
          <p:nvPr>
            <p:custDataLst>
              <p:tags r:id="rId6"/>
            </p:custDataLst>
          </p:nvPr>
        </p:nvSpPr>
        <p:spPr>
          <a:xfrm>
            <a:off x="1078865" y="1518920"/>
            <a:ext cx="171450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>
            <p:custDataLst>
              <p:tags r:id="rId7"/>
            </p:custDataLst>
          </p:nvPr>
        </p:nvSpPr>
        <p:spPr>
          <a:xfrm>
            <a:off x="660753" y="3605394"/>
            <a:ext cx="5371452" cy="2254103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/>
          <p:cNvSpPr/>
          <p:nvPr>
            <p:custDataLst>
              <p:tags r:id="rId8"/>
            </p:custDataLst>
          </p:nvPr>
        </p:nvSpPr>
        <p:spPr>
          <a:xfrm>
            <a:off x="775970" y="3926840"/>
            <a:ext cx="3526790" cy="42608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9"/>
            </p:custDataLst>
          </p:nvPr>
        </p:nvSpPr>
        <p:spPr>
          <a:xfrm>
            <a:off x="1066800" y="4471035"/>
            <a:ext cx="3604260" cy="108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54" name="矩形 53"/>
          <p:cNvSpPr/>
          <p:nvPr>
            <p:custDataLst>
              <p:tags r:id="rId10"/>
            </p:custDataLst>
          </p:nvPr>
        </p:nvSpPr>
        <p:spPr>
          <a:xfrm>
            <a:off x="1078865" y="3957955"/>
            <a:ext cx="171450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: 圆角 59"/>
          <p:cNvSpPr/>
          <p:nvPr>
            <p:custDataLst>
              <p:tags r:id="rId11"/>
            </p:custDataLst>
          </p:nvPr>
        </p:nvSpPr>
        <p:spPr>
          <a:xfrm>
            <a:off x="7451725" y="1487170"/>
            <a:ext cx="3526790" cy="42608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7742555" y="2031365"/>
            <a:ext cx="3604260" cy="108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59" name="矩形 58"/>
          <p:cNvSpPr/>
          <p:nvPr>
            <p:custDataLst>
              <p:tags r:id="rId13"/>
            </p:custDataLst>
          </p:nvPr>
        </p:nvSpPr>
        <p:spPr>
          <a:xfrm>
            <a:off x="7754620" y="1518920"/>
            <a:ext cx="171450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矩形: 圆角 64"/>
          <p:cNvSpPr/>
          <p:nvPr>
            <p:custDataLst>
              <p:tags r:id="rId14"/>
            </p:custDataLst>
          </p:nvPr>
        </p:nvSpPr>
        <p:spPr>
          <a:xfrm>
            <a:off x="7451725" y="3926840"/>
            <a:ext cx="3526790" cy="426085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7742555" y="4471035"/>
            <a:ext cx="3604260" cy="108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7754620" y="3957955"/>
            <a:ext cx="171450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026" name="Picture 2" descr="C:/Users/CWY/Downloads/ScreenShot_2026-07-10_134827_806.pngScreenShot_2026-07-10_134827_806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 rotWithShape="1">
          <a:blip r:embed="rId18"/>
          <a:srcRect l="606" r="606"/>
          <a:stretch>
            <a:fillRect/>
          </a:stretch>
        </p:blipFill>
        <p:spPr bwMode="auto">
          <a:xfrm>
            <a:off x="4903540" y="2376535"/>
            <a:ext cx="2321126" cy="2321126"/>
          </a:xfrm>
          <a:prstGeom prst="ellipse">
            <a:avLst/>
          </a:prstGeom>
          <a:noFill/>
          <a:ln w="104775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建设内容与总体方案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建设内容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4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144" name="矩形: 圆角 143"/>
          <p:cNvSpPr/>
          <p:nvPr>
            <p:custDataLst>
              <p:tags r:id="rId1"/>
            </p:custDataLst>
          </p:nvPr>
        </p:nvSpPr>
        <p:spPr>
          <a:xfrm>
            <a:off x="9355085" y="3748720"/>
            <a:ext cx="1058250" cy="138872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5" name="矩形: 圆角 144"/>
          <p:cNvSpPr/>
          <p:nvPr>
            <p:custDataLst>
              <p:tags r:id="rId2"/>
            </p:custDataLst>
          </p:nvPr>
        </p:nvSpPr>
        <p:spPr>
          <a:xfrm>
            <a:off x="6682457" y="2354931"/>
            <a:ext cx="1058250" cy="138872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3" name="矩形: 圆角 142"/>
          <p:cNvSpPr/>
          <p:nvPr>
            <p:custDataLst>
              <p:tags r:id="rId3"/>
            </p:custDataLst>
          </p:nvPr>
        </p:nvSpPr>
        <p:spPr>
          <a:xfrm>
            <a:off x="4108690" y="3744530"/>
            <a:ext cx="1058250" cy="138872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25"/>
          <p:cNvSpPr/>
          <p:nvPr>
            <p:custDataLst>
              <p:tags r:id="rId4"/>
            </p:custDataLst>
          </p:nvPr>
        </p:nvSpPr>
        <p:spPr>
          <a:xfrm>
            <a:off x="1436062" y="2350741"/>
            <a:ext cx="1058250" cy="138872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箭头: 五边形 4"/>
          <p:cNvSpPr/>
          <p:nvPr>
            <p:custDataLst>
              <p:tags r:id="rId5"/>
            </p:custDataLst>
          </p:nvPr>
        </p:nvSpPr>
        <p:spPr>
          <a:xfrm>
            <a:off x="647872" y="3331523"/>
            <a:ext cx="2887408" cy="907525"/>
          </a:xfrm>
          <a:prstGeom prst="homePlate">
            <a:avLst>
              <a:gd name="adj" fmla="val 42424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0" name="箭头: V 形 59"/>
          <p:cNvSpPr/>
          <p:nvPr>
            <p:custDataLst>
              <p:tags r:id="rId6"/>
            </p:custDataLst>
          </p:nvPr>
        </p:nvSpPr>
        <p:spPr>
          <a:xfrm>
            <a:off x="3283927" y="3331522"/>
            <a:ext cx="2887408" cy="907525"/>
          </a:xfrm>
          <a:prstGeom prst="chevron">
            <a:avLst>
              <a:gd name="adj" fmla="val 40909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1" name="箭头: V 形 60"/>
          <p:cNvSpPr/>
          <p:nvPr>
            <p:custDataLst>
              <p:tags r:id="rId7"/>
            </p:custDataLst>
          </p:nvPr>
        </p:nvSpPr>
        <p:spPr>
          <a:xfrm>
            <a:off x="5919982" y="3331521"/>
            <a:ext cx="2887408" cy="907525"/>
          </a:xfrm>
          <a:prstGeom prst="chevron">
            <a:avLst>
              <a:gd name="adj" fmla="val 40909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2" name="箭头: V 形 61"/>
          <p:cNvSpPr/>
          <p:nvPr>
            <p:custDataLst>
              <p:tags r:id="rId8"/>
            </p:custDataLst>
          </p:nvPr>
        </p:nvSpPr>
        <p:spPr>
          <a:xfrm>
            <a:off x="8556038" y="3331520"/>
            <a:ext cx="2887408" cy="907525"/>
          </a:xfrm>
          <a:prstGeom prst="chevron">
            <a:avLst>
              <a:gd name="adj" fmla="val 40909"/>
            </a:avLst>
          </a:prstGeom>
          <a:solidFill>
            <a:srgbClr val="A2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>
            <p:custDataLst>
              <p:tags r:id="rId9"/>
            </p:custDataLst>
          </p:nvPr>
        </p:nvGrpSpPr>
        <p:grpSpPr>
          <a:xfrm>
            <a:off x="592151" y="3442840"/>
            <a:ext cx="2566321" cy="707886"/>
            <a:chOff x="599026" y="3088488"/>
            <a:chExt cx="2566321" cy="707886"/>
          </a:xfrm>
        </p:grpSpPr>
        <p:grpSp>
          <p:nvGrpSpPr>
            <p:cNvPr id="13" name="组合 12"/>
            <p:cNvGrpSpPr/>
            <p:nvPr/>
          </p:nvGrpSpPr>
          <p:grpSpPr>
            <a:xfrm>
              <a:off x="599026" y="3108110"/>
              <a:ext cx="954457" cy="688264"/>
              <a:chOff x="653890" y="3108110"/>
              <a:chExt cx="954457" cy="688264"/>
            </a:xfrm>
          </p:grpSpPr>
          <p:sp>
            <p:nvSpPr>
              <p:cNvPr id="64" name="文本框 6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53890" y="3108110"/>
                <a:ext cx="9284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cs typeface="+mn-ea"/>
                    <a:sym typeface="+mn-lt"/>
                  </a:rPr>
                  <a:t>STEP</a:t>
                </a:r>
                <a:endParaRPr lang="zh-CN" altLang="en-US" sz="12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79876" y="3273154"/>
                <a:ext cx="9284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zh-CN" altLang="en-US" sz="2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5" name="任意多边形: 形状 14"/>
            <p:cNvSpPr/>
            <p:nvPr>
              <p:custDataLst>
                <p:tags r:id="rId12"/>
              </p:custDataLst>
            </p:nvPr>
          </p:nvSpPr>
          <p:spPr>
            <a:xfrm>
              <a:off x="1392936" y="3131820"/>
              <a:ext cx="60960" cy="624840"/>
            </a:xfrm>
            <a:custGeom>
              <a:avLst/>
              <a:gdLst>
                <a:gd name="connsiteX0" fmla="*/ 7620 w 60960"/>
                <a:gd name="connsiteY0" fmla="*/ 0 h 624840"/>
                <a:gd name="connsiteX1" fmla="*/ 7620 w 60960"/>
                <a:gd name="connsiteY1" fmla="*/ 373380 h 624840"/>
                <a:gd name="connsiteX2" fmla="*/ 60960 w 60960"/>
                <a:gd name="connsiteY2" fmla="*/ 426720 h 624840"/>
                <a:gd name="connsiteX3" fmla="*/ 0 w 60960"/>
                <a:gd name="connsiteY3" fmla="*/ 426720 h 624840"/>
                <a:gd name="connsiteX4" fmla="*/ 0 w 60960"/>
                <a:gd name="connsiteY4" fmla="*/ 62484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" h="624840">
                  <a:moveTo>
                    <a:pt x="7620" y="0"/>
                  </a:moveTo>
                  <a:lnTo>
                    <a:pt x="7620" y="373380"/>
                  </a:lnTo>
                  <a:lnTo>
                    <a:pt x="60960" y="426720"/>
                  </a:lnTo>
                  <a:lnTo>
                    <a:pt x="0" y="426720"/>
                  </a:lnTo>
                  <a:lnTo>
                    <a:pt x="0" y="62484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3"/>
              </p:custDataLst>
            </p:nvPr>
          </p:nvSpPr>
          <p:spPr>
            <a:xfrm>
              <a:off x="1579469" y="3088488"/>
              <a:ext cx="1585878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项目的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建设内容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5" name="组合 94"/>
          <p:cNvGrpSpPr/>
          <p:nvPr>
            <p:custDataLst>
              <p:tags r:id="rId14"/>
            </p:custDataLst>
          </p:nvPr>
        </p:nvGrpSpPr>
        <p:grpSpPr>
          <a:xfrm>
            <a:off x="3509784" y="3442840"/>
            <a:ext cx="2566321" cy="707886"/>
            <a:chOff x="599026" y="3088488"/>
            <a:chExt cx="2566321" cy="707886"/>
          </a:xfrm>
        </p:grpSpPr>
        <p:grpSp>
          <p:nvGrpSpPr>
            <p:cNvPr id="97" name="组合 96"/>
            <p:cNvGrpSpPr/>
            <p:nvPr/>
          </p:nvGrpSpPr>
          <p:grpSpPr>
            <a:xfrm>
              <a:off x="599026" y="3108110"/>
              <a:ext cx="954457" cy="688264"/>
              <a:chOff x="653890" y="3108110"/>
              <a:chExt cx="954457" cy="688264"/>
            </a:xfrm>
          </p:grpSpPr>
          <p:sp>
            <p:nvSpPr>
              <p:cNvPr id="108" name="文本框 107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53890" y="3108110"/>
                <a:ext cx="9284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cs typeface="+mn-ea"/>
                    <a:sym typeface="+mn-lt"/>
                  </a:rPr>
                  <a:t>STEP</a:t>
                </a:r>
                <a:endParaRPr lang="zh-CN" altLang="en-US" sz="12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9" name="文本框 10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79876" y="3273154"/>
                <a:ext cx="9284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zh-CN" altLang="en-US" sz="2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6" name="任意多边形: 形状 105"/>
            <p:cNvSpPr/>
            <p:nvPr>
              <p:custDataLst>
                <p:tags r:id="rId17"/>
              </p:custDataLst>
            </p:nvPr>
          </p:nvSpPr>
          <p:spPr>
            <a:xfrm>
              <a:off x="1392936" y="3131820"/>
              <a:ext cx="60960" cy="624840"/>
            </a:xfrm>
            <a:custGeom>
              <a:avLst/>
              <a:gdLst>
                <a:gd name="connsiteX0" fmla="*/ 7620 w 60960"/>
                <a:gd name="connsiteY0" fmla="*/ 0 h 624840"/>
                <a:gd name="connsiteX1" fmla="*/ 7620 w 60960"/>
                <a:gd name="connsiteY1" fmla="*/ 373380 h 624840"/>
                <a:gd name="connsiteX2" fmla="*/ 60960 w 60960"/>
                <a:gd name="connsiteY2" fmla="*/ 426720 h 624840"/>
                <a:gd name="connsiteX3" fmla="*/ 0 w 60960"/>
                <a:gd name="connsiteY3" fmla="*/ 426720 h 624840"/>
                <a:gd name="connsiteX4" fmla="*/ 0 w 60960"/>
                <a:gd name="connsiteY4" fmla="*/ 62484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" h="624840">
                  <a:moveTo>
                    <a:pt x="7620" y="0"/>
                  </a:moveTo>
                  <a:lnTo>
                    <a:pt x="7620" y="373380"/>
                  </a:lnTo>
                  <a:lnTo>
                    <a:pt x="60960" y="426720"/>
                  </a:lnTo>
                  <a:lnTo>
                    <a:pt x="0" y="426720"/>
                  </a:lnTo>
                  <a:lnTo>
                    <a:pt x="0" y="62484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文本框 106"/>
            <p:cNvSpPr txBox="1"/>
            <p:nvPr>
              <p:custDataLst>
                <p:tags r:id="rId18"/>
              </p:custDataLst>
            </p:nvPr>
          </p:nvSpPr>
          <p:spPr>
            <a:xfrm>
              <a:off x="1579469" y="3088488"/>
              <a:ext cx="1585878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项目的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建设内容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0" name="组合 109"/>
          <p:cNvGrpSpPr/>
          <p:nvPr>
            <p:custDataLst>
              <p:tags r:id="rId19"/>
            </p:custDataLst>
          </p:nvPr>
        </p:nvGrpSpPr>
        <p:grpSpPr>
          <a:xfrm>
            <a:off x="6227223" y="3442840"/>
            <a:ext cx="2566321" cy="707886"/>
            <a:chOff x="599026" y="3088488"/>
            <a:chExt cx="2566321" cy="707886"/>
          </a:xfrm>
        </p:grpSpPr>
        <p:grpSp>
          <p:nvGrpSpPr>
            <p:cNvPr id="111" name="组合 110"/>
            <p:cNvGrpSpPr/>
            <p:nvPr/>
          </p:nvGrpSpPr>
          <p:grpSpPr>
            <a:xfrm>
              <a:off x="599026" y="3108110"/>
              <a:ext cx="954457" cy="688264"/>
              <a:chOff x="653890" y="3108110"/>
              <a:chExt cx="954457" cy="688264"/>
            </a:xfrm>
          </p:grpSpPr>
          <p:sp>
            <p:nvSpPr>
              <p:cNvPr id="114" name="文本框 11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653890" y="3108110"/>
                <a:ext cx="9284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cs typeface="+mn-ea"/>
                    <a:sym typeface="+mn-lt"/>
                  </a:rPr>
                  <a:t>STEP</a:t>
                </a:r>
                <a:endParaRPr lang="zh-CN" altLang="en-US" sz="12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5" name="文本框 11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79876" y="3273154"/>
                <a:ext cx="9284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zh-CN" altLang="en-US" sz="2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12" name="任意多边形: 形状 111"/>
            <p:cNvSpPr/>
            <p:nvPr>
              <p:custDataLst>
                <p:tags r:id="rId22"/>
              </p:custDataLst>
            </p:nvPr>
          </p:nvSpPr>
          <p:spPr>
            <a:xfrm>
              <a:off x="1392936" y="3131820"/>
              <a:ext cx="60960" cy="624840"/>
            </a:xfrm>
            <a:custGeom>
              <a:avLst/>
              <a:gdLst>
                <a:gd name="connsiteX0" fmla="*/ 7620 w 60960"/>
                <a:gd name="connsiteY0" fmla="*/ 0 h 624840"/>
                <a:gd name="connsiteX1" fmla="*/ 7620 w 60960"/>
                <a:gd name="connsiteY1" fmla="*/ 373380 h 624840"/>
                <a:gd name="connsiteX2" fmla="*/ 60960 w 60960"/>
                <a:gd name="connsiteY2" fmla="*/ 426720 h 624840"/>
                <a:gd name="connsiteX3" fmla="*/ 0 w 60960"/>
                <a:gd name="connsiteY3" fmla="*/ 426720 h 624840"/>
                <a:gd name="connsiteX4" fmla="*/ 0 w 60960"/>
                <a:gd name="connsiteY4" fmla="*/ 62484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" h="624840">
                  <a:moveTo>
                    <a:pt x="7620" y="0"/>
                  </a:moveTo>
                  <a:lnTo>
                    <a:pt x="7620" y="373380"/>
                  </a:lnTo>
                  <a:lnTo>
                    <a:pt x="60960" y="426720"/>
                  </a:lnTo>
                  <a:lnTo>
                    <a:pt x="0" y="426720"/>
                  </a:lnTo>
                  <a:lnTo>
                    <a:pt x="0" y="62484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23"/>
              </p:custDataLst>
            </p:nvPr>
          </p:nvSpPr>
          <p:spPr>
            <a:xfrm>
              <a:off x="1579469" y="3088488"/>
              <a:ext cx="1585878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项目的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建设内容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6" name="组合 115"/>
          <p:cNvGrpSpPr/>
          <p:nvPr>
            <p:custDataLst>
              <p:tags r:id="rId24"/>
            </p:custDataLst>
          </p:nvPr>
        </p:nvGrpSpPr>
        <p:grpSpPr>
          <a:xfrm>
            <a:off x="8889264" y="3442840"/>
            <a:ext cx="2566321" cy="707886"/>
            <a:chOff x="599026" y="3088488"/>
            <a:chExt cx="2566321" cy="707886"/>
          </a:xfrm>
        </p:grpSpPr>
        <p:grpSp>
          <p:nvGrpSpPr>
            <p:cNvPr id="117" name="组合 116"/>
            <p:cNvGrpSpPr/>
            <p:nvPr/>
          </p:nvGrpSpPr>
          <p:grpSpPr>
            <a:xfrm>
              <a:off x="599026" y="3108110"/>
              <a:ext cx="954457" cy="688264"/>
              <a:chOff x="653890" y="3108110"/>
              <a:chExt cx="954457" cy="688264"/>
            </a:xfrm>
          </p:grpSpPr>
          <p:sp>
            <p:nvSpPr>
              <p:cNvPr id="120" name="文本框 119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653890" y="3108110"/>
                <a:ext cx="9284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bg1"/>
                    </a:solidFill>
                    <a:cs typeface="+mn-ea"/>
                    <a:sym typeface="+mn-lt"/>
                  </a:rPr>
                  <a:t>STEP</a:t>
                </a:r>
                <a:endParaRPr lang="zh-CN" altLang="en-US" sz="12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1" name="文本框 120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679876" y="3273154"/>
                <a:ext cx="9284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8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04</a:t>
                </a:r>
                <a:endParaRPr lang="zh-CN" altLang="en-US" sz="2800" b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18" name="任意多边形: 形状 117"/>
            <p:cNvSpPr/>
            <p:nvPr>
              <p:custDataLst>
                <p:tags r:id="rId27"/>
              </p:custDataLst>
            </p:nvPr>
          </p:nvSpPr>
          <p:spPr>
            <a:xfrm>
              <a:off x="1392936" y="3131820"/>
              <a:ext cx="60960" cy="624840"/>
            </a:xfrm>
            <a:custGeom>
              <a:avLst/>
              <a:gdLst>
                <a:gd name="connsiteX0" fmla="*/ 7620 w 60960"/>
                <a:gd name="connsiteY0" fmla="*/ 0 h 624840"/>
                <a:gd name="connsiteX1" fmla="*/ 7620 w 60960"/>
                <a:gd name="connsiteY1" fmla="*/ 373380 h 624840"/>
                <a:gd name="connsiteX2" fmla="*/ 60960 w 60960"/>
                <a:gd name="connsiteY2" fmla="*/ 426720 h 624840"/>
                <a:gd name="connsiteX3" fmla="*/ 0 w 60960"/>
                <a:gd name="connsiteY3" fmla="*/ 426720 h 624840"/>
                <a:gd name="connsiteX4" fmla="*/ 0 w 60960"/>
                <a:gd name="connsiteY4" fmla="*/ 624840 h 62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" h="624840">
                  <a:moveTo>
                    <a:pt x="7620" y="0"/>
                  </a:moveTo>
                  <a:lnTo>
                    <a:pt x="7620" y="373380"/>
                  </a:lnTo>
                  <a:lnTo>
                    <a:pt x="60960" y="426720"/>
                  </a:lnTo>
                  <a:lnTo>
                    <a:pt x="0" y="426720"/>
                  </a:lnTo>
                  <a:lnTo>
                    <a:pt x="0" y="624840"/>
                  </a:lnTo>
                </a:path>
              </a:pathLst>
            </a:custGeom>
            <a:noFill/>
            <a:ln w="1905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28"/>
              </p:custDataLst>
            </p:nvPr>
          </p:nvSpPr>
          <p:spPr>
            <a:xfrm>
              <a:off x="1579469" y="3088488"/>
              <a:ext cx="1585878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项目的</a:t>
              </a:r>
              <a:endParaRPr lang="en-US" altLang="zh-CN" sz="20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建设内容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矩形 121"/>
          <p:cNvSpPr/>
          <p:nvPr>
            <p:custDataLst>
              <p:tags r:id="rId29"/>
            </p:custDataLst>
          </p:nvPr>
        </p:nvSpPr>
        <p:spPr>
          <a:xfrm>
            <a:off x="555551" y="4350365"/>
            <a:ext cx="260292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矩形 122"/>
          <p:cNvSpPr/>
          <p:nvPr>
            <p:custDataLst>
              <p:tags r:id="rId30"/>
            </p:custDataLst>
          </p:nvPr>
        </p:nvSpPr>
        <p:spPr>
          <a:xfrm>
            <a:off x="3317061" y="1721099"/>
            <a:ext cx="260292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4" name="矩形 123"/>
          <p:cNvSpPr/>
          <p:nvPr>
            <p:custDataLst>
              <p:tags r:id="rId31"/>
            </p:custDataLst>
          </p:nvPr>
        </p:nvSpPr>
        <p:spPr>
          <a:xfrm>
            <a:off x="6032034" y="4350365"/>
            <a:ext cx="260292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5" name="矩形 124"/>
          <p:cNvSpPr/>
          <p:nvPr>
            <p:custDataLst>
              <p:tags r:id="rId32"/>
            </p:custDataLst>
          </p:nvPr>
        </p:nvSpPr>
        <p:spPr>
          <a:xfrm>
            <a:off x="8793544" y="1721099"/>
            <a:ext cx="2602921" cy="1209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0" name="Group 532"/>
          <p:cNvGrpSpPr/>
          <p:nvPr>
            <p:custDataLst>
              <p:tags r:id="rId33"/>
            </p:custDataLst>
          </p:nvPr>
        </p:nvGrpSpPr>
        <p:grpSpPr>
          <a:xfrm>
            <a:off x="1784280" y="2699592"/>
            <a:ext cx="398277" cy="399433"/>
            <a:chOff x="7404100" y="3633788"/>
            <a:chExt cx="628651" cy="666751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31" name="Freeform 20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7404100" y="3870326"/>
              <a:ext cx="427038" cy="430213"/>
            </a:xfrm>
            <a:custGeom>
              <a:avLst/>
              <a:gdLst>
                <a:gd name="T0" fmla="*/ 115 w 136"/>
                <a:gd name="T1" fmla="*/ 94 h 137"/>
                <a:gd name="T2" fmla="*/ 119 w 136"/>
                <a:gd name="T3" fmla="*/ 83 h 137"/>
                <a:gd name="T4" fmla="*/ 136 w 136"/>
                <a:gd name="T5" fmla="*/ 77 h 137"/>
                <a:gd name="T6" fmla="*/ 136 w 136"/>
                <a:gd name="T7" fmla="*/ 68 h 137"/>
                <a:gd name="T8" fmla="*/ 136 w 136"/>
                <a:gd name="T9" fmla="*/ 60 h 137"/>
                <a:gd name="T10" fmla="*/ 119 w 136"/>
                <a:gd name="T11" fmla="*/ 54 h 137"/>
                <a:gd name="T12" fmla="*/ 115 w 136"/>
                <a:gd name="T13" fmla="*/ 43 h 137"/>
                <a:gd name="T14" fmla="*/ 122 w 136"/>
                <a:gd name="T15" fmla="*/ 27 h 137"/>
                <a:gd name="T16" fmla="*/ 110 w 136"/>
                <a:gd name="T17" fmla="*/ 14 h 137"/>
                <a:gd name="T18" fmla="*/ 94 w 136"/>
                <a:gd name="T19" fmla="*/ 22 h 137"/>
                <a:gd name="T20" fmla="*/ 83 w 136"/>
                <a:gd name="T21" fmla="*/ 18 h 137"/>
                <a:gd name="T22" fmla="*/ 77 w 136"/>
                <a:gd name="T23" fmla="*/ 1 h 137"/>
                <a:gd name="T24" fmla="*/ 68 w 136"/>
                <a:gd name="T25" fmla="*/ 0 h 137"/>
                <a:gd name="T26" fmla="*/ 59 w 136"/>
                <a:gd name="T27" fmla="*/ 1 h 137"/>
                <a:gd name="T28" fmla="*/ 53 w 136"/>
                <a:gd name="T29" fmla="*/ 18 h 137"/>
                <a:gd name="T30" fmla="*/ 43 w 136"/>
                <a:gd name="T31" fmla="*/ 22 h 137"/>
                <a:gd name="T32" fmla="*/ 26 w 136"/>
                <a:gd name="T33" fmla="*/ 14 h 137"/>
                <a:gd name="T34" fmla="*/ 14 w 136"/>
                <a:gd name="T35" fmla="*/ 27 h 137"/>
                <a:gd name="T36" fmla="*/ 22 w 136"/>
                <a:gd name="T37" fmla="*/ 43 h 137"/>
                <a:gd name="T38" fmla="*/ 17 w 136"/>
                <a:gd name="T39" fmla="*/ 54 h 137"/>
                <a:gd name="T40" fmla="*/ 0 w 136"/>
                <a:gd name="T41" fmla="*/ 60 h 137"/>
                <a:gd name="T42" fmla="*/ 0 w 136"/>
                <a:gd name="T43" fmla="*/ 68 h 137"/>
                <a:gd name="T44" fmla="*/ 0 w 136"/>
                <a:gd name="T45" fmla="*/ 77 h 137"/>
                <a:gd name="T46" fmla="*/ 17 w 136"/>
                <a:gd name="T47" fmla="*/ 83 h 137"/>
                <a:gd name="T48" fmla="*/ 22 w 136"/>
                <a:gd name="T49" fmla="*/ 94 h 137"/>
                <a:gd name="T50" fmla="*/ 14 w 136"/>
                <a:gd name="T51" fmla="*/ 110 h 137"/>
                <a:gd name="T52" fmla="*/ 26 w 136"/>
                <a:gd name="T53" fmla="*/ 123 h 137"/>
                <a:gd name="T54" fmla="*/ 43 w 136"/>
                <a:gd name="T55" fmla="*/ 115 h 137"/>
                <a:gd name="T56" fmla="*/ 53 w 136"/>
                <a:gd name="T57" fmla="*/ 119 h 137"/>
                <a:gd name="T58" fmla="*/ 59 w 136"/>
                <a:gd name="T59" fmla="*/ 136 h 137"/>
                <a:gd name="T60" fmla="*/ 68 w 136"/>
                <a:gd name="T61" fmla="*/ 137 h 137"/>
                <a:gd name="T62" fmla="*/ 77 w 136"/>
                <a:gd name="T63" fmla="*/ 136 h 137"/>
                <a:gd name="T64" fmla="*/ 83 w 136"/>
                <a:gd name="T65" fmla="*/ 119 h 137"/>
                <a:gd name="T66" fmla="*/ 94 w 136"/>
                <a:gd name="T67" fmla="*/ 115 h 137"/>
                <a:gd name="T68" fmla="*/ 110 w 136"/>
                <a:gd name="T69" fmla="*/ 123 h 137"/>
                <a:gd name="T70" fmla="*/ 122 w 136"/>
                <a:gd name="T71" fmla="*/ 110 h 137"/>
                <a:gd name="T72" fmla="*/ 115 w 136"/>
                <a:gd name="T73" fmla="*/ 94 h 137"/>
                <a:gd name="T74" fmla="*/ 68 w 136"/>
                <a:gd name="T75" fmla="*/ 92 h 137"/>
                <a:gd name="T76" fmla="*/ 44 w 136"/>
                <a:gd name="T77" fmla="*/ 68 h 137"/>
                <a:gd name="T78" fmla="*/ 68 w 136"/>
                <a:gd name="T79" fmla="*/ 45 h 137"/>
                <a:gd name="T80" fmla="*/ 92 w 136"/>
                <a:gd name="T81" fmla="*/ 68 h 137"/>
                <a:gd name="T82" fmla="*/ 68 w 136"/>
                <a:gd name="T83" fmla="*/ 9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" h="137">
                  <a:moveTo>
                    <a:pt x="115" y="94"/>
                  </a:moveTo>
                  <a:cubicBezTo>
                    <a:pt x="116" y="91"/>
                    <a:pt x="118" y="87"/>
                    <a:pt x="119" y="83"/>
                  </a:cubicBezTo>
                  <a:cubicBezTo>
                    <a:pt x="136" y="77"/>
                    <a:pt x="136" y="77"/>
                    <a:pt x="136" y="77"/>
                  </a:cubicBezTo>
                  <a:cubicBezTo>
                    <a:pt x="136" y="74"/>
                    <a:pt x="136" y="71"/>
                    <a:pt x="136" y="68"/>
                  </a:cubicBezTo>
                  <a:cubicBezTo>
                    <a:pt x="136" y="65"/>
                    <a:pt x="136" y="63"/>
                    <a:pt x="136" y="60"/>
                  </a:cubicBezTo>
                  <a:cubicBezTo>
                    <a:pt x="119" y="54"/>
                    <a:pt x="119" y="54"/>
                    <a:pt x="119" y="54"/>
                  </a:cubicBezTo>
                  <a:cubicBezTo>
                    <a:pt x="118" y="50"/>
                    <a:pt x="116" y="46"/>
                    <a:pt x="115" y="43"/>
                  </a:cubicBezTo>
                  <a:cubicBezTo>
                    <a:pt x="122" y="27"/>
                    <a:pt x="122" y="27"/>
                    <a:pt x="122" y="27"/>
                  </a:cubicBezTo>
                  <a:cubicBezTo>
                    <a:pt x="119" y="22"/>
                    <a:pt x="115" y="18"/>
                    <a:pt x="110" y="1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0" y="20"/>
                    <a:pt x="87" y="19"/>
                    <a:pt x="83" y="18"/>
                  </a:cubicBezTo>
                  <a:cubicBezTo>
                    <a:pt x="77" y="1"/>
                    <a:pt x="77" y="1"/>
                    <a:pt x="77" y="1"/>
                  </a:cubicBezTo>
                  <a:cubicBezTo>
                    <a:pt x="74" y="0"/>
                    <a:pt x="71" y="0"/>
                    <a:pt x="68" y="0"/>
                  </a:cubicBezTo>
                  <a:cubicBezTo>
                    <a:pt x="65" y="0"/>
                    <a:pt x="62" y="0"/>
                    <a:pt x="59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0" y="19"/>
                    <a:pt x="46" y="20"/>
                    <a:pt x="43" y="22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8"/>
                    <a:pt x="18" y="22"/>
                    <a:pt x="14" y="27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0" y="46"/>
                    <a:pt x="18" y="50"/>
                    <a:pt x="17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3"/>
                    <a:pt x="0" y="65"/>
                    <a:pt x="0" y="68"/>
                  </a:cubicBezTo>
                  <a:cubicBezTo>
                    <a:pt x="0" y="71"/>
                    <a:pt x="0" y="74"/>
                    <a:pt x="0" y="77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18" y="87"/>
                    <a:pt x="20" y="91"/>
                    <a:pt x="22" y="94"/>
                  </a:cubicBezTo>
                  <a:cubicBezTo>
                    <a:pt x="14" y="110"/>
                    <a:pt x="14" y="110"/>
                    <a:pt x="14" y="110"/>
                  </a:cubicBezTo>
                  <a:cubicBezTo>
                    <a:pt x="18" y="115"/>
                    <a:pt x="22" y="119"/>
                    <a:pt x="26" y="123"/>
                  </a:cubicBezTo>
                  <a:cubicBezTo>
                    <a:pt x="43" y="115"/>
                    <a:pt x="43" y="115"/>
                    <a:pt x="43" y="115"/>
                  </a:cubicBezTo>
                  <a:cubicBezTo>
                    <a:pt x="46" y="117"/>
                    <a:pt x="50" y="118"/>
                    <a:pt x="53" y="119"/>
                  </a:cubicBezTo>
                  <a:cubicBezTo>
                    <a:pt x="59" y="136"/>
                    <a:pt x="59" y="136"/>
                    <a:pt x="59" y="136"/>
                  </a:cubicBezTo>
                  <a:cubicBezTo>
                    <a:pt x="62" y="137"/>
                    <a:pt x="65" y="137"/>
                    <a:pt x="68" y="137"/>
                  </a:cubicBezTo>
                  <a:cubicBezTo>
                    <a:pt x="71" y="137"/>
                    <a:pt x="74" y="137"/>
                    <a:pt x="77" y="136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7" y="118"/>
                    <a:pt x="90" y="117"/>
                    <a:pt x="94" y="115"/>
                  </a:cubicBezTo>
                  <a:cubicBezTo>
                    <a:pt x="110" y="123"/>
                    <a:pt x="110" y="123"/>
                    <a:pt x="110" y="123"/>
                  </a:cubicBezTo>
                  <a:cubicBezTo>
                    <a:pt x="115" y="119"/>
                    <a:pt x="119" y="115"/>
                    <a:pt x="122" y="110"/>
                  </a:cubicBezTo>
                  <a:lnTo>
                    <a:pt x="115" y="94"/>
                  </a:lnTo>
                  <a:close/>
                  <a:moveTo>
                    <a:pt x="68" y="92"/>
                  </a:moveTo>
                  <a:cubicBezTo>
                    <a:pt x="55" y="92"/>
                    <a:pt x="44" y="82"/>
                    <a:pt x="44" y="68"/>
                  </a:cubicBezTo>
                  <a:cubicBezTo>
                    <a:pt x="44" y="55"/>
                    <a:pt x="55" y="45"/>
                    <a:pt x="68" y="45"/>
                  </a:cubicBezTo>
                  <a:cubicBezTo>
                    <a:pt x="81" y="45"/>
                    <a:pt x="92" y="55"/>
                    <a:pt x="92" y="68"/>
                  </a:cubicBezTo>
                  <a:cubicBezTo>
                    <a:pt x="92" y="82"/>
                    <a:pt x="81" y="92"/>
                    <a:pt x="68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32" name="Freeform 21"/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7608888" y="3633788"/>
              <a:ext cx="282575" cy="282575"/>
            </a:xfrm>
            <a:custGeom>
              <a:avLst/>
              <a:gdLst>
                <a:gd name="T0" fmla="*/ 4 w 90"/>
                <a:gd name="T1" fmla="*/ 67 h 90"/>
                <a:gd name="T2" fmla="*/ 16 w 90"/>
                <a:gd name="T3" fmla="*/ 67 h 90"/>
                <a:gd name="T4" fmla="*/ 22 w 90"/>
                <a:gd name="T5" fmla="*/ 73 h 90"/>
                <a:gd name="T6" fmla="*/ 21 w 90"/>
                <a:gd name="T7" fmla="*/ 85 h 90"/>
                <a:gd name="T8" fmla="*/ 26 w 90"/>
                <a:gd name="T9" fmla="*/ 88 h 90"/>
                <a:gd name="T10" fmla="*/ 32 w 90"/>
                <a:gd name="T11" fmla="*/ 90 h 90"/>
                <a:gd name="T12" fmla="*/ 40 w 90"/>
                <a:gd name="T13" fmla="*/ 81 h 90"/>
                <a:gd name="T14" fmla="*/ 48 w 90"/>
                <a:gd name="T15" fmla="*/ 81 h 90"/>
                <a:gd name="T16" fmla="*/ 56 w 90"/>
                <a:gd name="T17" fmla="*/ 90 h 90"/>
                <a:gd name="T18" fmla="*/ 67 w 90"/>
                <a:gd name="T19" fmla="*/ 86 h 90"/>
                <a:gd name="T20" fmla="*/ 67 w 90"/>
                <a:gd name="T21" fmla="*/ 74 h 90"/>
                <a:gd name="T22" fmla="*/ 73 w 90"/>
                <a:gd name="T23" fmla="*/ 68 h 90"/>
                <a:gd name="T24" fmla="*/ 85 w 90"/>
                <a:gd name="T25" fmla="*/ 69 h 90"/>
                <a:gd name="T26" fmla="*/ 87 w 90"/>
                <a:gd name="T27" fmla="*/ 64 h 90"/>
                <a:gd name="T28" fmla="*/ 89 w 90"/>
                <a:gd name="T29" fmla="*/ 58 h 90"/>
                <a:gd name="T30" fmla="*/ 81 w 90"/>
                <a:gd name="T31" fmla="*/ 50 h 90"/>
                <a:gd name="T32" fmla="*/ 81 w 90"/>
                <a:gd name="T33" fmla="*/ 42 h 90"/>
                <a:gd name="T34" fmla="*/ 90 w 90"/>
                <a:gd name="T35" fmla="*/ 34 h 90"/>
                <a:gd name="T36" fmla="*/ 86 w 90"/>
                <a:gd name="T37" fmla="*/ 23 h 90"/>
                <a:gd name="T38" fmla="*/ 73 w 90"/>
                <a:gd name="T39" fmla="*/ 23 h 90"/>
                <a:gd name="T40" fmla="*/ 68 w 90"/>
                <a:gd name="T41" fmla="*/ 17 h 90"/>
                <a:gd name="T42" fmla="*/ 69 w 90"/>
                <a:gd name="T43" fmla="*/ 5 h 90"/>
                <a:gd name="T44" fmla="*/ 63 w 90"/>
                <a:gd name="T45" fmla="*/ 3 h 90"/>
                <a:gd name="T46" fmla="*/ 58 w 90"/>
                <a:gd name="T47" fmla="*/ 0 h 90"/>
                <a:gd name="T48" fmla="*/ 49 w 90"/>
                <a:gd name="T49" fmla="*/ 9 h 90"/>
                <a:gd name="T50" fmla="*/ 41 w 90"/>
                <a:gd name="T51" fmla="*/ 9 h 90"/>
                <a:gd name="T52" fmla="*/ 33 w 90"/>
                <a:gd name="T53" fmla="*/ 0 h 90"/>
                <a:gd name="T54" fmla="*/ 22 w 90"/>
                <a:gd name="T55" fmla="*/ 4 h 90"/>
                <a:gd name="T56" fmla="*/ 23 w 90"/>
                <a:gd name="T57" fmla="*/ 17 h 90"/>
                <a:gd name="T58" fmla="*/ 17 w 90"/>
                <a:gd name="T59" fmla="*/ 22 h 90"/>
                <a:gd name="T60" fmla="*/ 5 w 90"/>
                <a:gd name="T61" fmla="*/ 21 h 90"/>
                <a:gd name="T62" fmla="*/ 2 w 90"/>
                <a:gd name="T63" fmla="*/ 27 h 90"/>
                <a:gd name="T64" fmla="*/ 0 w 90"/>
                <a:gd name="T65" fmla="*/ 32 h 90"/>
                <a:gd name="T66" fmla="*/ 9 w 90"/>
                <a:gd name="T67" fmla="*/ 40 h 90"/>
                <a:gd name="T68" fmla="*/ 9 w 90"/>
                <a:gd name="T69" fmla="*/ 48 h 90"/>
                <a:gd name="T70" fmla="*/ 0 w 90"/>
                <a:gd name="T71" fmla="*/ 56 h 90"/>
                <a:gd name="T72" fmla="*/ 4 w 90"/>
                <a:gd name="T73" fmla="*/ 67 h 90"/>
                <a:gd name="T74" fmla="*/ 30 w 90"/>
                <a:gd name="T75" fmla="*/ 39 h 90"/>
                <a:gd name="T76" fmla="*/ 51 w 90"/>
                <a:gd name="T77" fmla="*/ 30 h 90"/>
                <a:gd name="T78" fmla="*/ 60 w 90"/>
                <a:gd name="T79" fmla="*/ 52 h 90"/>
                <a:gd name="T80" fmla="*/ 38 w 90"/>
                <a:gd name="T81" fmla="*/ 60 h 90"/>
                <a:gd name="T82" fmla="*/ 30 w 90"/>
                <a:gd name="T83" fmla="*/ 3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0" h="90">
                  <a:moveTo>
                    <a:pt x="4" y="67"/>
                  </a:moveTo>
                  <a:cubicBezTo>
                    <a:pt x="16" y="67"/>
                    <a:pt x="16" y="67"/>
                    <a:pt x="16" y="67"/>
                  </a:cubicBezTo>
                  <a:cubicBezTo>
                    <a:pt x="18" y="69"/>
                    <a:pt x="20" y="71"/>
                    <a:pt x="22" y="73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23" y="86"/>
                    <a:pt x="25" y="87"/>
                    <a:pt x="26" y="88"/>
                  </a:cubicBezTo>
                  <a:cubicBezTo>
                    <a:pt x="28" y="88"/>
                    <a:pt x="30" y="89"/>
                    <a:pt x="32" y="9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3" y="81"/>
                    <a:pt x="46" y="81"/>
                    <a:pt x="48" y="8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60" y="89"/>
                    <a:pt x="64" y="88"/>
                    <a:pt x="67" y="86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9" y="72"/>
                    <a:pt x="71" y="70"/>
                    <a:pt x="73" y="68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6" y="67"/>
                    <a:pt x="87" y="65"/>
                    <a:pt x="87" y="64"/>
                  </a:cubicBezTo>
                  <a:cubicBezTo>
                    <a:pt x="88" y="62"/>
                    <a:pt x="89" y="60"/>
                    <a:pt x="89" y="58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81" y="47"/>
                    <a:pt x="81" y="44"/>
                    <a:pt x="81" y="42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89" y="30"/>
                    <a:pt x="87" y="26"/>
                    <a:pt x="86" y="23"/>
                  </a:cubicBezTo>
                  <a:cubicBezTo>
                    <a:pt x="73" y="23"/>
                    <a:pt x="73" y="23"/>
                    <a:pt x="73" y="23"/>
                  </a:cubicBezTo>
                  <a:cubicBezTo>
                    <a:pt x="72" y="21"/>
                    <a:pt x="70" y="19"/>
                    <a:pt x="68" y="17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7" y="4"/>
                    <a:pt x="65" y="3"/>
                    <a:pt x="63" y="3"/>
                  </a:cubicBezTo>
                  <a:cubicBezTo>
                    <a:pt x="62" y="2"/>
                    <a:pt x="60" y="1"/>
                    <a:pt x="58" y="0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7" y="9"/>
                    <a:pt x="44" y="9"/>
                    <a:pt x="41" y="9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0" y="1"/>
                    <a:pt x="26" y="3"/>
                    <a:pt x="22" y="4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1" y="18"/>
                    <a:pt x="19" y="20"/>
                    <a:pt x="1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4" y="23"/>
                    <a:pt x="3" y="25"/>
                    <a:pt x="2" y="27"/>
                  </a:cubicBezTo>
                  <a:cubicBezTo>
                    <a:pt x="2" y="28"/>
                    <a:pt x="1" y="30"/>
                    <a:pt x="0" y="32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3"/>
                    <a:pt x="9" y="46"/>
                    <a:pt x="9" y="4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" y="60"/>
                    <a:pt x="2" y="64"/>
                    <a:pt x="4" y="67"/>
                  </a:cubicBezTo>
                  <a:close/>
                  <a:moveTo>
                    <a:pt x="30" y="39"/>
                  </a:moveTo>
                  <a:cubicBezTo>
                    <a:pt x="34" y="30"/>
                    <a:pt x="43" y="27"/>
                    <a:pt x="51" y="30"/>
                  </a:cubicBezTo>
                  <a:cubicBezTo>
                    <a:pt x="60" y="34"/>
                    <a:pt x="63" y="43"/>
                    <a:pt x="60" y="52"/>
                  </a:cubicBezTo>
                  <a:cubicBezTo>
                    <a:pt x="56" y="60"/>
                    <a:pt x="47" y="63"/>
                    <a:pt x="38" y="60"/>
                  </a:cubicBezTo>
                  <a:cubicBezTo>
                    <a:pt x="30" y="56"/>
                    <a:pt x="26" y="47"/>
                    <a:pt x="3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33" name="Freeform 22"/>
            <p:cNvSpPr>
              <a:spLocks noEditPoints="1"/>
            </p:cNvSpPr>
            <p:nvPr>
              <p:custDataLst>
                <p:tags r:id="rId36"/>
              </p:custDataLst>
            </p:nvPr>
          </p:nvSpPr>
          <p:spPr bwMode="auto">
            <a:xfrm>
              <a:off x="7805738" y="3832226"/>
              <a:ext cx="227013" cy="228600"/>
            </a:xfrm>
            <a:custGeom>
              <a:avLst/>
              <a:gdLst>
                <a:gd name="T0" fmla="*/ 63 w 72"/>
                <a:gd name="T1" fmla="*/ 44 h 73"/>
                <a:gd name="T2" fmla="*/ 72 w 72"/>
                <a:gd name="T3" fmla="*/ 41 h 73"/>
                <a:gd name="T4" fmla="*/ 72 w 72"/>
                <a:gd name="T5" fmla="*/ 36 h 73"/>
                <a:gd name="T6" fmla="*/ 72 w 72"/>
                <a:gd name="T7" fmla="*/ 31 h 73"/>
                <a:gd name="T8" fmla="*/ 63 w 72"/>
                <a:gd name="T9" fmla="*/ 28 h 73"/>
                <a:gd name="T10" fmla="*/ 60 w 72"/>
                <a:gd name="T11" fmla="*/ 23 h 73"/>
                <a:gd name="T12" fmla="*/ 64 w 72"/>
                <a:gd name="T13" fmla="*/ 14 h 73"/>
                <a:gd name="T14" fmla="*/ 58 w 72"/>
                <a:gd name="T15" fmla="*/ 8 h 73"/>
                <a:gd name="T16" fmla="*/ 49 w 72"/>
                <a:gd name="T17" fmla="*/ 12 h 73"/>
                <a:gd name="T18" fmla="*/ 43 w 72"/>
                <a:gd name="T19" fmla="*/ 10 h 73"/>
                <a:gd name="T20" fmla="*/ 40 w 72"/>
                <a:gd name="T21" fmla="*/ 1 h 73"/>
                <a:gd name="T22" fmla="*/ 35 w 72"/>
                <a:gd name="T23" fmla="*/ 0 h 73"/>
                <a:gd name="T24" fmla="*/ 31 w 72"/>
                <a:gd name="T25" fmla="*/ 1 h 73"/>
                <a:gd name="T26" fmla="*/ 28 w 72"/>
                <a:gd name="T27" fmla="*/ 10 h 73"/>
                <a:gd name="T28" fmla="*/ 22 w 72"/>
                <a:gd name="T29" fmla="*/ 12 h 73"/>
                <a:gd name="T30" fmla="*/ 13 w 72"/>
                <a:gd name="T31" fmla="*/ 8 h 73"/>
                <a:gd name="T32" fmla="*/ 7 w 72"/>
                <a:gd name="T33" fmla="*/ 15 h 73"/>
                <a:gd name="T34" fmla="*/ 11 w 72"/>
                <a:gd name="T35" fmla="*/ 24 h 73"/>
                <a:gd name="T36" fmla="*/ 9 w 72"/>
                <a:gd name="T37" fmla="*/ 29 h 73"/>
                <a:gd name="T38" fmla="*/ 0 w 72"/>
                <a:gd name="T39" fmla="*/ 33 h 73"/>
                <a:gd name="T40" fmla="*/ 0 w 72"/>
                <a:gd name="T41" fmla="*/ 37 h 73"/>
                <a:gd name="T42" fmla="*/ 0 w 72"/>
                <a:gd name="T43" fmla="*/ 42 h 73"/>
                <a:gd name="T44" fmla="*/ 9 w 72"/>
                <a:gd name="T45" fmla="*/ 45 h 73"/>
                <a:gd name="T46" fmla="*/ 12 w 72"/>
                <a:gd name="T47" fmla="*/ 51 h 73"/>
                <a:gd name="T48" fmla="*/ 8 w 72"/>
                <a:gd name="T49" fmla="*/ 59 h 73"/>
                <a:gd name="T50" fmla="*/ 15 w 72"/>
                <a:gd name="T51" fmla="*/ 66 h 73"/>
                <a:gd name="T52" fmla="*/ 23 w 72"/>
                <a:gd name="T53" fmla="*/ 62 h 73"/>
                <a:gd name="T54" fmla="*/ 29 w 72"/>
                <a:gd name="T55" fmla="*/ 64 h 73"/>
                <a:gd name="T56" fmla="*/ 32 w 72"/>
                <a:gd name="T57" fmla="*/ 73 h 73"/>
                <a:gd name="T58" fmla="*/ 37 w 72"/>
                <a:gd name="T59" fmla="*/ 73 h 73"/>
                <a:gd name="T60" fmla="*/ 41 w 72"/>
                <a:gd name="T61" fmla="*/ 72 h 73"/>
                <a:gd name="T62" fmla="*/ 44 w 72"/>
                <a:gd name="T63" fmla="*/ 63 h 73"/>
                <a:gd name="T64" fmla="*/ 50 w 72"/>
                <a:gd name="T65" fmla="*/ 61 h 73"/>
                <a:gd name="T66" fmla="*/ 59 w 72"/>
                <a:gd name="T67" fmla="*/ 65 h 73"/>
                <a:gd name="T68" fmla="*/ 65 w 72"/>
                <a:gd name="T69" fmla="*/ 58 h 73"/>
                <a:gd name="T70" fmla="*/ 61 w 72"/>
                <a:gd name="T71" fmla="*/ 50 h 73"/>
                <a:gd name="T72" fmla="*/ 63 w 72"/>
                <a:gd name="T73" fmla="*/ 44 h 73"/>
                <a:gd name="T74" fmla="*/ 36 w 72"/>
                <a:gd name="T75" fmla="*/ 49 h 73"/>
                <a:gd name="T76" fmla="*/ 23 w 72"/>
                <a:gd name="T77" fmla="*/ 37 h 73"/>
                <a:gd name="T78" fmla="*/ 36 w 72"/>
                <a:gd name="T79" fmla="*/ 24 h 73"/>
                <a:gd name="T80" fmla="*/ 49 w 72"/>
                <a:gd name="T81" fmla="*/ 36 h 73"/>
                <a:gd name="T82" fmla="*/ 36 w 72"/>
                <a:gd name="T83" fmla="*/ 49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3">
                  <a:moveTo>
                    <a:pt x="63" y="44"/>
                  </a:moveTo>
                  <a:cubicBezTo>
                    <a:pt x="72" y="41"/>
                    <a:pt x="72" y="41"/>
                    <a:pt x="72" y="41"/>
                  </a:cubicBezTo>
                  <a:cubicBezTo>
                    <a:pt x="72" y="39"/>
                    <a:pt x="72" y="37"/>
                    <a:pt x="72" y="36"/>
                  </a:cubicBezTo>
                  <a:cubicBezTo>
                    <a:pt x="72" y="34"/>
                    <a:pt x="72" y="33"/>
                    <a:pt x="72" y="31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2" y="26"/>
                    <a:pt x="61" y="24"/>
                    <a:pt x="60" y="23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2" y="12"/>
                    <a:pt x="60" y="9"/>
                    <a:pt x="58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7" y="11"/>
                    <a:pt x="45" y="10"/>
                    <a:pt x="43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7" y="0"/>
                    <a:pt x="35" y="0"/>
                  </a:cubicBezTo>
                  <a:cubicBezTo>
                    <a:pt x="34" y="0"/>
                    <a:pt x="32" y="1"/>
                    <a:pt x="31" y="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6" y="10"/>
                    <a:pt x="24" y="11"/>
                    <a:pt x="22" y="12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1" y="10"/>
                    <a:pt x="9" y="13"/>
                    <a:pt x="7" y="1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5"/>
                    <a:pt x="10" y="27"/>
                    <a:pt x="9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4"/>
                    <a:pt x="0" y="36"/>
                    <a:pt x="0" y="37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10" y="47"/>
                    <a:pt x="11" y="49"/>
                    <a:pt x="12" y="51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10" y="62"/>
                    <a:pt x="12" y="64"/>
                    <a:pt x="15" y="66"/>
                  </a:cubicBezTo>
                  <a:cubicBezTo>
                    <a:pt x="23" y="62"/>
                    <a:pt x="23" y="62"/>
                    <a:pt x="23" y="62"/>
                  </a:cubicBezTo>
                  <a:cubicBezTo>
                    <a:pt x="25" y="62"/>
                    <a:pt x="27" y="63"/>
                    <a:pt x="29" y="64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4" y="73"/>
                    <a:pt x="35" y="73"/>
                    <a:pt x="37" y="73"/>
                  </a:cubicBezTo>
                  <a:cubicBezTo>
                    <a:pt x="38" y="73"/>
                    <a:pt x="40" y="73"/>
                    <a:pt x="41" y="72"/>
                  </a:cubicBezTo>
                  <a:cubicBezTo>
                    <a:pt x="44" y="63"/>
                    <a:pt x="44" y="63"/>
                    <a:pt x="44" y="63"/>
                  </a:cubicBezTo>
                  <a:cubicBezTo>
                    <a:pt x="46" y="63"/>
                    <a:pt x="48" y="62"/>
                    <a:pt x="50" y="61"/>
                  </a:cubicBezTo>
                  <a:cubicBezTo>
                    <a:pt x="59" y="65"/>
                    <a:pt x="59" y="65"/>
                    <a:pt x="59" y="65"/>
                  </a:cubicBezTo>
                  <a:cubicBezTo>
                    <a:pt x="61" y="63"/>
                    <a:pt x="63" y="61"/>
                    <a:pt x="65" y="58"/>
                  </a:cubicBezTo>
                  <a:cubicBezTo>
                    <a:pt x="61" y="50"/>
                    <a:pt x="61" y="50"/>
                    <a:pt x="61" y="50"/>
                  </a:cubicBezTo>
                  <a:cubicBezTo>
                    <a:pt x="62" y="48"/>
                    <a:pt x="63" y="46"/>
                    <a:pt x="63" y="44"/>
                  </a:cubicBezTo>
                  <a:close/>
                  <a:moveTo>
                    <a:pt x="36" y="49"/>
                  </a:moveTo>
                  <a:cubicBezTo>
                    <a:pt x="29" y="49"/>
                    <a:pt x="24" y="44"/>
                    <a:pt x="23" y="37"/>
                  </a:cubicBezTo>
                  <a:cubicBezTo>
                    <a:pt x="23" y="30"/>
                    <a:pt x="29" y="24"/>
                    <a:pt x="36" y="24"/>
                  </a:cubicBezTo>
                  <a:cubicBezTo>
                    <a:pt x="43" y="24"/>
                    <a:pt x="49" y="29"/>
                    <a:pt x="49" y="36"/>
                  </a:cubicBezTo>
                  <a:cubicBezTo>
                    <a:pt x="49" y="43"/>
                    <a:pt x="43" y="49"/>
                    <a:pt x="3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</p:grpSp>
      <p:grpSp>
        <p:nvGrpSpPr>
          <p:cNvPr id="134" name="Group 545"/>
          <p:cNvGrpSpPr/>
          <p:nvPr>
            <p:custDataLst>
              <p:tags r:id="rId37"/>
            </p:custDataLst>
          </p:nvPr>
        </p:nvGrpSpPr>
        <p:grpSpPr>
          <a:xfrm>
            <a:off x="4477519" y="4376374"/>
            <a:ext cx="360411" cy="463625"/>
            <a:chOff x="7523163" y="1893888"/>
            <a:chExt cx="801688" cy="1090612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35" name="Freeform 17"/>
            <p:cNvSpPr/>
            <p:nvPr>
              <p:custDataLst>
                <p:tags r:id="rId38"/>
              </p:custDataLst>
            </p:nvPr>
          </p:nvSpPr>
          <p:spPr bwMode="auto">
            <a:xfrm>
              <a:off x="7823201" y="2260600"/>
              <a:ext cx="247650" cy="60325"/>
            </a:xfrm>
            <a:custGeom>
              <a:avLst/>
              <a:gdLst>
                <a:gd name="T0" fmla="*/ 58 w 65"/>
                <a:gd name="T1" fmla="*/ 0 h 16"/>
                <a:gd name="T2" fmla="*/ 7 w 65"/>
                <a:gd name="T3" fmla="*/ 0 h 16"/>
                <a:gd name="T4" fmla="*/ 0 w 65"/>
                <a:gd name="T5" fmla="*/ 8 h 16"/>
                <a:gd name="T6" fmla="*/ 7 w 65"/>
                <a:gd name="T7" fmla="*/ 16 h 16"/>
                <a:gd name="T8" fmla="*/ 58 w 65"/>
                <a:gd name="T9" fmla="*/ 16 h 16"/>
                <a:gd name="T10" fmla="*/ 65 w 65"/>
                <a:gd name="T11" fmla="*/ 8 h 16"/>
                <a:gd name="T12" fmla="*/ 58 w 65"/>
                <a:gd name="T1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5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ubicBezTo>
                    <a:pt x="65" y="4"/>
                    <a:pt x="62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36" name="Freeform 18"/>
            <p:cNvSpPr/>
            <p:nvPr>
              <p:custDataLst>
                <p:tags r:id="rId39"/>
              </p:custDataLst>
            </p:nvPr>
          </p:nvSpPr>
          <p:spPr bwMode="auto">
            <a:xfrm>
              <a:off x="7823201" y="2427288"/>
              <a:ext cx="247650" cy="60325"/>
            </a:xfrm>
            <a:custGeom>
              <a:avLst/>
              <a:gdLst>
                <a:gd name="T0" fmla="*/ 65 w 65"/>
                <a:gd name="T1" fmla="*/ 8 h 16"/>
                <a:gd name="T2" fmla="*/ 58 w 65"/>
                <a:gd name="T3" fmla="*/ 0 h 16"/>
                <a:gd name="T4" fmla="*/ 7 w 65"/>
                <a:gd name="T5" fmla="*/ 0 h 16"/>
                <a:gd name="T6" fmla="*/ 0 w 65"/>
                <a:gd name="T7" fmla="*/ 8 h 16"/>
                <a:gd name="T8" fmla="*/ 7 w 65"/>
                <a:gd name="T9" fmla="*/ 16 h 16"/>
                <a:gd name="T10" fmla="*/ 58 w 65"/>
                <a:gd name="T11" fmla="*/ 16 h 16"/>
                <a:gd name="T12" fmla="*/ 65 w 65"/>
                <a:gd name="T13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16">
                  <a:moveTo>
                    <a:pt x="65" y="8"/>
                  </a:moveTo>
                  <a:cubicBezTo>
                    <a:pt x="65" y="4"/>
                    <a:pt x="62" y="0"/>
                    <a:pt x="5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62" y="16"/>
                    <a:pt x="65" y="12"/>
                    <a:pt x="6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37" name="Freeform 19"/>
            <p:cNvSpPr>
              <a:spLocks noEditPoints="1"/>
            </p:cNvSpPr>
            <p:nvPr>
              <p:custDataLst>
                <p:tags r:id="rId40"/>
              </p:custDataLst>
            </p:nvPr>
          </p:nvSpPr>
          <p:spPr bwMode="auto">
            <a:xfrm>
              <a:off x="7694613" y="2238375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50 h 66"/>
                <a:gd name="T12" fmla="*/ 17 w 65"/>
                <a:gd name="T13" fmla="*/ 50 h 66"/>
                <a:gd name="T14" fmla="*/ 17 w 65"/>
                <a:gd name="T15" fmla="*/ 19 h 66"/>
                <a:gd name="T16" fmla="*/ 48 w 65"/>
                <a:gd name="T17" fmla="*/ 19 h 66"/>
                <a:gd name="T18" fmla="*/ 48 w 65"/>
                <a:gd name="T1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50"/>
                  </a:moveTo>
                  <a:lnTo>
                    <a:pt x="17" y="50"/>
                  </a:lnTo>
                  <a:lnTo>
                    <a:pt x="17" y="19"/>
                  </a:lnTo>
                  <a:lnTo>
                    <a:pt x="48" y="19"/>
                  </a:lnTo>
                  <a:lnTo>
                    <a:pt x="48" y="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38" name="Freeform 20"/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7694613" y="2405063"/>
              <a:ext cx="103188" cy="104775"/>
            </a:xfrm>
            <a:custGeom>
              <a:avLst/>
              <a:gdLst>
                <a:gd name="T0" fmla="*/ 65 w 65"/>
                <a:gd name="T1" fmla="*/ 0 h 66"/>
                <a:gd name="T2" fmla="*/ 0 w 65"/>
                <a:gd name="T3" fmla="*/ 0 h 66"/>
                <a:gd name="T4" fmla="*/ 0 w 65"/>
                <a:gd name="T5" fmla="*/ 66 h 66"/>
                <a:gd name="T6" fmla="*/ 65 w 65"/>
                <a:gd name="T7" fmla="*/ 66 h 66"/>
                <a:gd name="T8" fmla="*/ 65 w 65"/>
                <a:gd name="T9" fmla="*/ 0 h 66"/>
                <a:gd name="T10" fmla="*/ 48 w 65"/>
                <a:gd name="T11" fmla="*/ 47 h 66"/>
                <a:gd name="T12" fmla="*/ 17 w 65"/>
                <a:gd name="T13" fmla="*/ 47 h 66"/>
                <a:gd name="T14" fmla="*/ 17 w 65"/>
                <a:gd name="T15" fmla="*/ 16 h 66"/>
                <a:gd name="T16" fmla="*/ 48 w 65"/>
                <a:gd name="T17" fmla="*/ 16 h 66"/>
                <a:gd name="T18" fmla="*/ 48 w 65"/>
                <a:gd name="T19" fmla="*/ 4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65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65" y="66"/>
                  </a:lnTo>
                  <a:lnTo>
                    <a:pt x="65" y="0"/>
                  </a:lnTo>
                  <a:close/>
                  <a:moveTo>
                    <a:pt x="48" y="47"/>
                  </a:moveTo>
                  <a:lnTo>
                    <a:pt x="17" y="47"/>
                  </a:lnTo>
                  <a:lnTo>
                    <a:pt x="17" y="16"/>
                  </a:lnTo>
                  <a:lnTo>
                    <a:pt x="48" y="16"/>
                  </a:lnTo>
                  <a:lnTo>
                    <a:pt x="48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39" name="Freeform 21"/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7694613" y="2571750"/>
              <a:ext cx="103188" cy="104775"/>
            </a:xfrm>
            <a:custGeom>
              <a:avLst/>
              <a:gdLst>
                <a:gd name="T0" fmla="*/ 0 w 65"/>
                <a:gd name="T1" fmla="*/ 66 h 66"/>
                <a:gd name="T2" fmla="*/ 65 w 65"/>
                <a:gd name="T3" fmla="*/ 66 h 66"/>
                <a:gd name="T4" fmla="*/ 65 w 65"/>
                <a:gd name="T5" fmla="*/ 0 h 66"/>
                <a:gd name="T6" fmla="*/ 0 w 65"/>
                <a:gd name="T7" fmla="*/ 0 h 66"/>
                <a:gd name="T8" fmla="*/ 0 w 65"/>
                <a:gd name="T9" fmla="*/ 66 h 66"/>
                <a:gd name="T10" fmla="*/ 17 w 65"/>
                <a:gd name="T11" fmla="*/ 16 h 66"/>
                <a:gd name="T12" fmla="*/ 48 w 65"/>
                <a:gd name="T13" fmla="*/ 16 h 66"/>
                <a:gd name="T14" fmla="*/ 48 w 65"/>
                <a:gd name="T15" fmla="*/ 47 h 66"/>
                <a:gd name="T16" fmla="*/ 17 w 65"/>
                <a:gd name="T17" fmla="*/ 47 h 66"/>
                <a:gd name="T18" fmla="*/ 17 w 65"/>
                <a:gd name="T19" fmla="*/ 1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5" h="66">
                  <a:moveTo>
                    <a:pt x="0" y="66"/>
                  </a:moveTo>
                  <a:lnTo>
                    <a:pt x="65" y="6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0" y="66"/>
                  </a:lnTo>
                  <a:close/>
                  <a:moveTo>
                    <a:pt x="17" y="16"/>
                  </a:moveTo>
                  <a:lnTo>
                    <a:pt x="48" y="16"/>
                  </a:lnTo>
                  <a:lnTo>
                    <a:pt x="48" y="47"/>
                  </a:lnTo>
                  <a:lnTo>
                    <a:pt x="17" y="47"/>
                  </a:lnTo>
                  <a:lnTo>
                    <a:pt x="17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40" name="Freeform 22"/>
            <p:cNvSpPr/>
            <p:nvPr>
              <p:custDataLst>
                <p:tags r:id="rId43"/>
              </p:custDataLst>
            </p:nvPr>
          </p:nvSpPr>
          <p:spPr bwMode="auto">
            <a:xfrm>
              <a:off x="7823201" y="2593975"/>
              <a:ext cx="201613" cy="57150"/>
            </a:xfrm>
            <a:custGeom>
              <a:avLst/>
              <a:gdLst>
                <a:gd name="T0" fmla="*/ 0 w 53"/>
                <a:gd name="T1" fmla="*/ 8 h 15"/>
                <a:gd name="T2" fmla="*/ 7 w 53"/>
                <a:gd name="T3" fmla="*/ 15 h 15"/>
                <a:gd name="T4" fmla="*/ 35 w 53"/>
                <a:gd name="T5" fmla="*/ 15 h 15"/>
                <a:gd name="T6" fmla="*/ 53 w 53"/>
                <a:gd name="T7" fmla="*/ 0 h 15"/>
                <a:gd name="T8" fmla="*/ 7 w 53"/>
                <a:gd name="T9" fmla="*/ 0 h 15"/>
                <a:gd name="T10" fmla="*/ 0 w 53"/>
                <a:gd name="T11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" h="15">
                  <a:moveTo>
                    <a:pt x="0" y="8"/>
                  </a:moveTo>
                  <a:cubicBezTo>
                    <a:pt x="0" y="12"/>
                    <a:pt x="3" y="15"/>
                    <a:pt x="7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40" y="9"/>
                    <a:pt x="46" y="4"/>
                    <a:pt x="53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41" name="Freeform 23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7523163" y="1893888"/>
              <a:ext cx="719138" cy="1006475"/>
            </a:xfrm>
            <a:custGeom>
              <a:avLst/>
              <a:gdLst>
                <a:gd name="T0" fmla="*/ 48 w 189"/>
                <a:gd name="T1" fmla="*/ 244 h 266"/>
                <a:gd name="T2" fmla="*/ 22 w 189"/>
                <a:gd name="T3" fmla="*/ 218 h 266"/>
                <a:gd name="T4" fmla="*/ 22 w 189"/>
                <a:gd name="T5" fmla="*/ 80 h 266"/>
                <a:gd name="T6" fmla="*/ 48 w 189"/>
                <a:gd name="T7" fmla="*/ 54 h 266"/>
                <a:gd name="T8" fmla="*/ 57 w 189"/>
                <a:gd name="T9" fmla="*/ 54 h 266"/>
                <a:gd name="T10" fmla="*/ 69 w 189"/>
                <a:gd name="T11" fmla="*/ 63 h 266"/>
                <a:gd name="T12" fmla="*/ 121 w 189"/>
                <a:gd name="T13" fmla="*/ 63 h 266"/>
                <a:gd name="T14" fmla="*/ 133 w 189"/>
                <a:gd name="T15" fmla="*/ 54 h 266"/>
                <a:gd name="T16" fmla="*/ 141 w 189"/>
                <a:gd name="T17" fmla="*/ 54 h 266"/>
                <a:gd name="T18" fmla="*/ 167 w 189"/>
                <a:gd name="T19" fmla="*/ 80 h 266"/>
                <a:gd name="T20" fmla="*/ 167 w 189"/>
                <a:gd name="T21" fmla="*/ 178 h 266"/>
                <a:gd name="T22" fmla="*/ 189 w 189"/>
                <a:gd name="T23" fmla="*/ 184 h 266"/>
                <a:gd name="T24" fmla="*/ 189 w 189"/>
                <a:gd name="T25" fmla="*/ 80 h 266"/>
                <a:gd name="T26" fmla="*/ 141 w 189"/>
                <a:gd name="T27" fmla="*/ 32 h 266"/>
                <a:gd name="T28" fmla="*/ 133 w 189"/>
                <a:gd name="T29" fmla="*/ 32 h 266"/>
                <a:gd name="T30" fmla="*/ 121 w 189"/>
                <a:gd name="T31" fmla="*/ 22 h 266"/>
                <a:gd name="T32" fmla="*/ 117 w 189"/>
                <a:gd name="T33" fmla="*/ 22 h 266"/>
                <a:gd name="T34" fmla="*/ 95 w 189"/>
                <a:gd name="T35" fmla="*/ 0 h 266"/>
                <a:gd name="T36" fmla="*/ 72 w 189"/>
                <a:gd name="T37" fmla="*/ 22 h 266"/>
                <a:gd name="T38" fmla="*/ 69 w 189"/>
                <a:gd name="T39" fmla="*/ 22 h 266"/>
                <a:gd name="T40" fmla="*/ 56 w 189"/>
                <a:gd name="T41" fmla="*/ 32 h 266"/>
                <a:gd name="T42" fmla="*/ 48 w 189"/>
                <a:gd name="T43" fmla="*/ 32 h 266"/>
                <a:gd name="T44" fmla="*/ 0 w 189"/>
                <a:gd name="T45" fmla="*/ 80 h 266"/>
                <a:gd name="T46" fmla="*/ 0 w 189"/>
                <a:gd name="T47" fmla="*/ 218 h 266"/>
                <a:gd name="T48" fmla="*/ 48 w 189"/>
                <a:gd name="T49" fmla="*/ 266 h 266"/>
                <a:gd name="T50" fmla="*/ 107 w 189"/>
                <a:gd name="T51" fmla="*/ 266 h 266"/>
                <a:gd name="T52" fmla="*/ 101 w 189"/>
                <a:gd name="T53" fmla="*/ 244 h 266"/>
                <a:gd name="T54" fmla="*/ 48 w 189"/>
                <a:gd name="T55" fmla="*/ 244 h 266"/>
                <a:gd name="T56" fmla="*/ 95 w 189"/>
                <a:gd name="T57" fmla="*/ 14 h 266"/>
                <a:gd name="T58" fmla="*/ 103 w 189"/>
                <a:gd name="T59" fmla="*/ 22 h 266"/>
                <a:gd name="T60" fmla="*/ 86 w 189"/>
                <a:gd name="T61" fmla="*/ 22 h 266"/>
                <a:gd name="T62" fmla="*/ 95 w 189"/>
                <a:gd name="T63" fmla="*/ 14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9" h="266">
                  <a:moveTo>
                    <a:pt x="48" y="244"/>
                  </a:moveTo>
                  <a:cubicBezTo>
                    <a:pt x="34" y="244"/>
                    <a:pt x="22" y="232"/>
                    <a:pt x="22" y="218"/>
                  </a:cubicBezTo>
                  <a:cubicBezTo>
                    <a:pt x="22" y="80"/>
                    <a:pt x="22" y="80"/>
                    <a:pt x="22" y="80"/>
                  </a:cubicBezTo>
                  <a:cubicBezTo>
                    <a:pt x="22" y="65"/>
                    <a:pt x="34" y="54"/>
                    <a:pt x="48" y="54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8" y="59"/>
                    <a:pt x="63" y="63"/>
                    <a:pt x="69" y="63"/>
                  </a:cubicBezTo>
                  <a:cubicBezTo>
                    <a:pt x="121" y="63"/>
                    <a:pt x="121" y="63"/>
                    <a:pt x="121" y="63"/>
                  </a:cubicBezTo>
                  <a:cubicBezTo>
                    <a:pt x="126" y="63"/>
                    <a:pt x="131" y="59"/>
                    <a:pt x="133" y="54"/>
                  </a:cubicBezTo>
                  <a:cubicBezTo>
                    <a:pt x="141" y="54"/>
                    <a:pt x="141" y="54"/>
                    <a:pt x="141" y="54"/>
                  </a:cubicBezTo>
                  <a:cubicBezTo>
                    <a:pt x="155" y="54"/>
                    <a:pt x="167" y="65"/>
                    <a:pt x="167" y="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75" y="179"/>
                    <a:pt x="182" y="181"/>
                    <a:pt x="189" y="184"/>
                  </a:cubicBezTo>
                  <a:cubicBezTo>
                    <a:pt x="189" y="80"/>
                    <a:pt x="189" y="80"/>
                    <a:pt x="189" y="80"/>
                  </a:cubicBezTo>
                  <a:cubicBezTo>
                    <a:pt x="189" y="53"/>
                    <a:pt x="167" y="32"/>
                    <a:pt x="141" y="32"/>
                  </a:cubicBezTo>
                  <a:cubicBezTo>
                    <a:pt x="133" y="32"/>
                    <a:pt x="133" y="32"/>
                    <a:pt x="133" y="32"/>
                  </a:cubicBezTo>
                  <a:cubicBezTo>
                    <a:pt x="131" y="26"/>
                    <a:pt x="126" y="22"/>
                    <a:pt x="121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17" y="10"/>
                    <a:pt x="107" y="0"/>
                    <a:pt x="95" y="0"/>
                  </a:cubicBezTo>
                  <a:cubicBezTo>
                    <a:pt x="82" y="0"/>
                    <a:pt x="72" y="10"/>
                    <a:pt x="72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3" y="22"/>
                    <a:pt x="58" y="26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22" y="32"/>
                    <a:pt x="0" y="53"/>
                    <a:pt x="0" y="80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244"/>
                    <a:pt x="22" y="266"/>
                    <a:pt x="48" y="266"/>
                  </a:cubicBezTo>
                  <a:cubicBezTo>
                    <a:pt x="107" y="266"/>
                    <a:pt x="107" y="266"/>
                    <a:pt x="107" y="266"/>
                  </a:cubicBezTo>
                  <a:cubicBezTo>
                    <a:pt x="104" y="259"/>
                    <a:pt x="102" y="252"/>
                    <a:pt x="101" y="244"/>
                  </a:cubicBezTo>
                  <a:lnTo>
                    <a:pt x="48" y="244"/>
                  </a:lnTo>
                  <a:close/>
                  <a:moveTo>
                    <a:pt x="95" y="14"/>
                  </a:moveTo>
                  <a:cubicBezTo>
                    <a:pt x="99" y="14"/>
                    <a:pt x="103" y="17"/>
                    <a:pt x="103" y="22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6" y="17"/>
                    <a:pt x="90" y="14"/>
                    <a:pt x="95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42" name="Freeform 24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7948613" y="2605088"/>
              <a:ext cx="376238" cy="379412"/>
            </a:xfrm>
            <a:custGeom>
              <a:avLst/>
              <a:gdLst>
                <a:gd name="T0" fmla="*/ 49 w 99"/>
                <a:gd name="T1" fmla="*/ 0 h 100"/>
                <a:gd name="T2" fmla="*/ 0 w 99"/>
                <a:gd name="T3" fmla="*/ 50 h 100"/>
                <a:gd name="T4" fmla="*/ 49 w 99"/>
                <a:gd name="T5" fmla="*/ 100 h 100"/>
                <a:gd name="T6" fmla="*/ 99 w 99"/>
                <a:gd name="T7" fmla="*/ 50 h 100"/>
                <a:gd name="T8" fmla="*/ 49 w 99"/>
                <a:gd name="T9" fmla="*/ 0 h 100"/>
                <a:gd name="T10" fmla="*/ 45 w 99"/>
                <a:gd name="T11" fmla="*/ 77 h 100"/>
                <a:gd name="T12" fmla="*/ 37 w 99"/>
                <a:gd name="T13" fmla="*/ 77 h 100"/>
                <a:gd name="T14" fmla="*/ 23 w 99"/>
                <a:gd name="T15" fmla="*/ 49 h 100"/>
                <a:gd name="T16" fmla="*/ 31 w 99"/>
                <a:gd name="T17" fmla="*/ 44 h 100"/>
                <a:gd name="T18" fmla="*/ 39 w 99"/>
                <a:gd name="T19" fmla="*/ 62 h 100"/>
                <a:gd name="T20" fmla="*/ 60 w 99"/>
                <a:gd name="T21" fmla="*/ 23 h 100"/>
                <a:gd name="T22" fmla="*/ 75 w 99"/>
                <a:gd name="T23" fmla="*/ 23 h 100"/>
                <a:gd name="T24" fmla="*/ 45 w 99"/>
                <a:gd name="T25" fmla="*/ 7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9" h="100">
                  <a:moveTo>
                    <a:pt x="49" y="0"/>
                  </a:moveTo>
                  <a:cubicBezTo>
                    <a:pt x="22" y="0"/>
                    <a:pt x="0" y="23"/>
                    <a:pt x="0" y="50"/>
                  </a:cubicBezTo>
                  <a:cubicBezTo>
                    <a:pt x="0" y="77"/>
                    <a:pt x="22" y="100"/>
                    <a:pt x="49" y="100"/>
                  </a:cubicBezTo>
                  <a:cubicBezTo>
                    <a:pt x="76" y="100"/>
                    <a:pt x="99" y="77"/>
                    <a:pt x="99" y="50"/>
                  </a:cubicBezTo>
                  <a:cubicBezTo>
                    <a:pt x="99" y="23"/>
                    <a:pt x="76" y="0"/>
                    <a:pt x="49" y="0"/>
                  </a:cubicBezTo>
                  <a:close/>
                  <a:moveTo>
                    <a:pt x="45" y="77"/>
                  </a:moveTo>
                  <a:cubicBezTo>
                    <a:pt x="37" y="77"/>
                    <a:pt x="37" y="77"/>
                    <a:pt x="37" y="77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45" y="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</p:grpSp>
      <p:grpSp>
        <p:nvGrpSpPr>
          <p:cNvPr id="146" name="Group 497"/>
          <p:cNvGrpSpPr/>
          <p:nvPr>
            <p:custDataLst>
              <p:tags r:id="rId46"/>
            </p:custDataLst>
          </p:nvPr>
        </p:nvGrpSpPr>
        <p:grpSpPr>
          <a:xfrm>
            <a:off x="6978221" y="2725655"/>
            <a:ext cx="458889" cy="459900"/>
            <a:chOff x="7305675" y="2468563"/>
            <a:chExt cx="720725" cy="722313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147" name="Freeform 132"/>
            <p:cNvSpPr>
              <a:spLocks noEditPoints="1"/>
            </p:cNvSpPr>
            <p:nvPr>
              <p:custDataLst>
                <p:tags r:id="rId47"/>
              </p:custDataLst>
            </p:nvPr>
          </p:nvSpPr>
          <p:spPr bwMode="auto">
            <a:xfrm>
              <a:off x="7556500" y="2719388"/>
              <a:ext cx="217488" cy="219075"/>
            </a:xfrm>
            <a:custGeom>
              <a:avLst/>
              <a:gdLst>
                <a:gd name="T0" fmla="*/ 29 w 58"/>
                <a:gd name="T1" fmla="*/ 0 h 58"/>
                <a:gd name="T2" fmla="*/ 0 w 58"/>
                <a:gd name="T3" fmla="*/ 29 h 58"/>
                <a:gd name="T4" fmla="*/ 29 w 58"/>
                <a:gd name="T5" fmla="*/ 58 h 58"/>
                <a:gd name="T6" fmla="*/ 58 w 58"/>
                <a:gd name="T7" fmla="*/ 29 h 58"/>
                <a:gd name="T8" fmla="*/ 29 w 58"/>
                <a:gd name="T9" fmla="*/ 0 h 58"/>
                <a:gd name="T10" fmla="*/ 29 w 58"/>
                <a:gd name="T11" fmla="*/ 50 h 58"/>
                <a:gd name="T12" fmla="*/ 8 w 58"/>
                <a:gd name="T13" fmla="*/ 29 h 58"/>
                <a:gd name="T14" fmla="*/ 29 w 58"/>
                <a:gd name="T15" fmla="*/ 8 h 58"/>
                <a:gd name="T16" fmla="*/ 50 w 58"/>
                <a:gd name="T17" fmla="*/ 29 h 58"/>
                <a:gd name="T18" fmla="*/ 29 w 58"/>
                <a:gd name="T19" fmla="*/ 5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13" y="0"/>
                    <a:pt x="0" y="13"/>
                    <a:pt x="0" y="29"/>
                  </a:cubicBezTo>
                  <a:cubicBezTo>
                    <a:pt x="0" y="45"/>
                    <a:pt x="13" y="58"/>
                    <a:pt x="29" y="58"/>
                  </a:cubicBezTo>
                  <a:cubicBezTo>
                    <a:pt x="45" y="58"/>
                    <a:pt x="58" y="45"/>
                    <a:pt x="58" y="29"/>
                  </a:cubicBezTo>
                  <a:cubicBezTo>
                    <a:pt x="58" y="13"/>
                    <a:pt x="45" y="0"/>
                    <a:pt x="29" y="0"/>
                  </a:cubicBezTo>
                  <a:close/>
                  <a:moveTo>
                    <a:pt x="29" y="50"/>
                  </a:moveTo>
                  <a:cubicBezTo>
                    <a:pt x="18" y="50"/>
                    <a:pt x="8" y="40"/>
                    <a:pt x="8" y="29"/>
                  </a:cubicBezTo>
                  <a:cubicBezTo>
                    <a:pt x="8" y="18"/>
                    <a:pt x="18" y="8"/>
                    <a:pt x="29" y="8"/>
                  </a:cubicBezTo>
                  <a:cubicBezTo>
                    <a:pt x="40" y="8"/>
                    <a:pt x="50" y="18"/>
                    <a:pt x="50" y="29"/>
                  </a:cubicBezTo>
                  <a:cubicBezTo>
                    <a:pt x="50" y="40"/>
                    <a:pt x="40" y="50"/>
                    <a:pt x="29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  <p:sp>
          <p:nvSpPr>
            <p:cNvPr id="148" name="Freeform 133"/>
            <p:cNvSpPr>
              <a:spLocks noEditPoints="1"/>
            </p:cNvSpPr>
            <p:nvPr>
              <p:custDataLst>
                <p:tags r:id="rId48"/>
              </p:custDataLst>
            </p:nvPr>
          </p:nvSpPr>
          <p:spPr bwMode="auto">
            <a:xfrm>
              <a:off x="7305675" y="2468563"/>
              <a:ext cx="720725" cy="722313"/>
            </a:xfrm>
            <a:custGeom>
              <a:avLst/>
              <a:gdLst>
                <a:gd name="T0" fmla="*/ 192 w 192"/>
                <a:gd name="T1" fmla="*/ 90 h 192"/>
                <a:gd name="T2" fmla="*/ 167 w 192"/>
                <a:gd name="T3" fmla="*/ 90 h 192"/>
                <a:gd name="T4" fmla="*/ 102 w 192"/>
                <a:gd name="T5" fmla="*/ 25 h 192"/>
                <a:gd name="T6" fmla="*/ 102 w 192"/>
                <a:gd name="T7" fmla="*/ 0 h 192"/>
                <a:gd name="T8" fmla="*/ 90 w 192"/>
                <a:gd name="T9" fmla="*/ 0 h 192"/>
                <a:gd name="T10" fmla="*/ 90 w 192"/>
                <a:gd name="T11" fmla="*/ 25 h 192"/>
                <a:gd name="T12" fmla="*/ 25 w 192"/>
                <a:gd name="T13" fmla="*/ 90 h 192"/>
                <a:gd name="T14" fmla="*/ 0 w 192"/>
                <a:gd name="T15" fmla="*/ 90 h 192"/>
                <a:gd name="T16" fmla="*/ 0 w 192"/>
                <a:gd name="T17" fmla="*/ 102 h 192"/>
                <a:gd name="T18" fmla="*/ 25 w 192"/>
                <a:gd name="T19" fmla="*/ 102 h 192"/>
                <a:gd name="T20" fmla="*/ 90 w 192"/>
                <a:gd name="T21" fmla="*/ 167 h 192"/>
                <a:gd name="T22" fmla="*/ 90 w 192"/>
                <a:gd name="T23" fmla="*/ 192 h 192"/>
                <a:gd name="T24" fmla="*/ 102 w 192"/>
                <a:gd name="T25" fmla="*/ 192 h 192"/>
                <a:gd name="T26" fmla="*/ 102 w 192"/>
                <a:gd name="T27" fmla="*/ 167 h 192"/>
                <a:gd name="T28" fmla="*/ 167 w 192"/>
                <a:gd name="T29" fmla="*/ 102 h 192"/>
                <a:gd name="T30" fmla="*/ 192 w 192"/>
                <a:gd name="T31" fmla="*/ 102 h 192"/>
                <a:gd name="T32" fmla="*/ 192 w 192"/>
                <a:gd name="T33" fmla="*/ 90 h 192"/>
                <a:gd name="T34" fmla="*/ 102 w 192"/>
                <a:gd name="T35" fmla="*/ 151 h 192"/>
                <a:gd name="T36" fmla="*/ 102 w 192"/>
                <a:gd name="T37" fmla="*/ 140 h 192"/>
                <a:gd name="T38" fmla="*/ 97 w 192"/>
                <a:gd name="T39" fmla="*/ 135 h 192"/>
                <a:gd name="T40" fmla="*/ 95 w 192"/>
                <a:gd name="T41" fmla="*/ 135 h 192"/>
                <a:gd name="T42" fmla="*/ 90 w 192"/>
                <a:gd name="T43" fmla="*/ 140 h 192"/>
                <a:gd name="T44" fmla="*/ 90 w 192"/>
                <a:gd name="T45" fmla="*/ 151 h 192"/>
                <a:gd name="T46" fmla="*/ 41 w 192"/>
                <a:gd name="T47" fmla="*/ 102 h 192"/>
                <a:gd name="T48" fmla="*/ 52 w 192"/>
                <a:gd name="T49" fmla="*/ 102 h 192"/>
                <a:gd name="T50" fmla="*/ 57 w 192"/>
                <a:gd name="T51" fmla="*/ 97 h 192"/>
                <a:gd name="T52" fmla="*/ 57 w 192"/>
                <a:gd name="T53" fmla="*/ 95 h 192"/>
                <a:gd name="T54" fmla="*/ 52 w 192"/>
                <a:gd name="T55" fmla="*/ 90 h 192"/>
                <a:gd name="T56" fmla="*/ 41 w 192"/>
                <a:gd name="T57" fmla="*/ 90 h 192"/>
                <a:gd name="T58" fmla="*/ 90 w 192"/>
                <a:gd name="T59" fmla="*/ 41 h 192"/>
                <a:gd name="T60" fmla="*/ 90 w 192"/>
                <a:gd name="T61" fmla="*/ 52 h 192"/>
                <a:gd name="T62" fmla="*/ 95 w 192"/>
                <a:gd name="T63" fmla="*/ 57 h 192"/>
                <a:gd name="T64" fmla="*/ 97 w 192"/>
                <a:gd name="T65" fmla="*/ 57 h 192"/>
                <a:gd name="T66" fmla="*/ 102 w 192"/>
                <a:gd name="T67" fmla="*/ 52 h 192"/>
                <a:gd name="T68" fmla="*/ 102 w 192"/>
                <a:gd name="T69" fmla="*/ 41 h 192"/>
                <a:gd name="T70" fmla="*/ 151 w 192"/>
                <a:gd name="T71" fmla="*/ 90 h 192"/>
                <a:gd name="T72" fmla="*/ 140 w 192"/>
                <a:gd name="T73" fmla="*/ 90 h 192"/>
                <a:gd name="T74" fmla="*/ 135 w 192"/>
                <a:gd name="T75" fmla="*/ 95 h 192"/>
                <a:gd name="T76" fmla="*/ 135 w 192"/>
                <a:gd name="T77" fmla="*/ 97 h 192"/>
                <a:gd name="T78" fmla="*/ 140 w 192"/>
                <a:gd name="T79" fmla="*/ 102 h 192"/>
                <a:gd name="T80" fmla="*/ 151 w 192"/>
                <a:gd name="T81" fmla="*/ 102 h 192"/>
                <a:gd name="T82" fmla="*/ 102 w 192"/>
                <a:gd name="T83" fmla="*/ 151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2" h="192">
                  <a:moveTo>
                    <a:pt x="192" y="90"/>
                  </a:moveTo>
                  <a:cubicBezTo>
                    <a:pt x="167" y="90"/>
                    <a:pt x="167" y="90"/>
                    <a:pt x="167" y="90"/>
                  </a:cubicBezTo>
                  <a:cubicBezTo>
                    <a:pt x="164" y="55"/>
                    <a:pt x="137" y="28"/>
                    <a:pt x="102" y="25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0" y="25"/>
                    <a:pt x="90" y="25"/>
                    <a:pt x="90" y="25"/>
                  </a:cubicBezTo>
                  <a:cubicBezTo>
                    <a:pt x="55" y="28"/>
                    <a:pt x="28" y="55"/>
                    <a:pt x="25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25" y="102"/>
                    <a:pt x="25" y="102"/>
                    <a:pt x="25" y="102"/>
                  </a:cubicBezTo>
                  <a:cubicBezTo>
                    <a:pt x="28" y="137"/>
                    <a:pt x="55" y="164"/>
                    <a:pt x="90" y="167"/>
                  </a:cubicBezTo>
                  <a:cubicBezTo>
                    <a:pt x="90" y="192"/>
                    <a:pt x="90" y="192"/>
                    <a:pt x="90" y="192"/>
                  </a:cubicBezTo>
                  <a:cubicBezTo>
                    <a:pt x="102" y="192"/>
                    <a:pt x="102" y="192"/>
                    <a:pt x="102" y="192"/>
                  </a:cubicBezTo>
                  <a:cubicBezTo>
                    <a:pt x="102" y="167"/>
                    <a:pt x="102" y="167"/>
                    <a:pt x="102" y="167"/>
                  </a:cubicBezTo>
                  <a:cubicBezTo>
                    <a:pt x="137" y="164"/>
                    <a:pt x="164" y="137"/>
                    <a:pt x="167" y="102"/>
                  </a:cubicBezTo>
                  <a:cubicBezTo>
                    <a:pt x="192" y="102"/>
                    <a:pt x="192" y="102"/>
                    <a:pt x="192" y="102"/>
                  </a:cubicBezTo>
                  <a:lnTo>
                    <a:pt x="192" y="90"/>
                  </a:lnTo>
                  <a:close/>
                  <a:moveTo>
                    <a:pt x="102" y="151"/>
                  </a:moveTo>
                  <a:cubicBezTo>
                    <a:pt x="102" y="140"/>
                    <a:pt x="102" y="140"/>
                    <a:pt x="102" y="140"/>
                  </a:cubicBezTo>
                  <a:cubicBezTo>
                    <a:pt x="102" y="137"/>
                    <a:pt x="100" y="135"/>
                    <a:pt x="97" y="135"/>
                  </a:cubicBezTo>
                  <a:cubicBezTo>
                    <a:pt x="95" y="135"/>
                    <a:pt x="95" y="135"/>
                    <a:pt x="95" y="135"/>
                  </a:cubicBezTo>
                  <a:cubicBezTo>
                    <a:pt x="92" y="135"/>
                    <a:pt x="90" y="137"/>
                    <a:pt x="90" y="140"/>
                  </a:cubicBezTo>
                  <a:cubicBezTo>
                    <a:pt x="90" y="151"/>
                    <a:pt x="90" y="151"/>
                    <a:pt x="90" y="151"/>
                  </a:cubicBezTo>
                  <a:cubicBezTo>
                    <a:pt x="64" y="148"/>
                    <a:pt x="44" y="128"/>
                    <a:pt x="41" y="102"/>
                  </a:cubicBezTo>
                  <a:cubicBezTo>
                    <a:pt x="52" y="102"/>
                    <a:pt x="52" y="102"/>
                    <a:pt x="52" y="102"/>
                  </a:cubicBezTo>
                  <a:cubicBezTo>
                    <a:pt x="55" y="102"/>
                    <a:pt x="57" y="100"/>
                    <a:pt x="57" y="97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7" y="92"/>
                    <a:pt x="55" y="90"/>
                    <a:pt x="52" y="90"/>
                  </a:cubicBezTo>
                  <a:cubicBezTo>
                    <a:pt x="41" y="90"/>
                    <a:pt x="41" y="90"/>
                    <a:pt x="41" y="90"/>
                  </a:cubicBezTo>
                  <a:cubicBezTo>
                    <a:pt x="44" y="64"/>
                    <a:pt x="64" y="44"/>
                    <a:pt x="90" y="4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5"/>
                    <a:pt x="92" y="57"/>
                    <a:pt x="95" y="57"/>
                  </a:cubicBezTo>
                  <a:cubicBezTo>
                    <a:pt x="97" y="57"/>
                    <a:pt x="97" y="57"/>
                    <a:pt x="97" y="57"/>
                  </a:cubicBezTo>
                  <a:cubicBezTo>
                    <a:pt x="100" y="57"/>
                    <a:pt x="102" y="55"/>
                    <a:pt x="102" y="52"/>
                  </a:cubicBezTo>
                  <a:cubicBezTo>
                    <a:pt x="102" y="41"/>
                    <a:pt x="102" y="41"/>
                    <a:pt x="102" y="41"/>
                  </a:cubicBezTo>
                  <a:cubicBezTo>
                    <a:pt x="128" y="44"/>
                    <a:pt x="148" y="64"/>
                    <a:pt x="151" y="90"/>
                  </a:cubicBezTo>
                  <a:cubicBezTo>
                    <a:pt x="140" y="90"/>
                    <a:pt x="140" y="90"/>
                    <a:pt x="140" y="90"/>
                  </a:cubicBezTo>
                  <a:cubicBezTo>
                    <a:pt x="137" y="90"/>
                    <a:pt x="135" y="92"/>
                    <a:pt x="135" y="95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100"/>
                    <a:pt x="137" y="102"/>
                    <a:pt x="140" y="102"/>
                  </a:cubicBezTo>
                  <a:cubicBezTo>
                    <a:pt x="151" y="102"/>
                    <a:pt x="151" y="102"/>
                    <a:pt x="151" y="102"/>
                  </a:cubicBezTo>
                  <a:cubicBezTo>
                    <a:pt x="148" y="128"/>
                    <a:pt x="128" y="148"/>
                    <a:pt x="102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350">
                <a:cs typeface="+mn-ea"/>
                <a:sym typeface="+mn-lt"/>
              </a:endParaRPr>
            </a:p>
          </p:txBody>
        </p:sp>
      </p:grpSp>
      <p:sp>
        <p:nvSpPr>
          <p:cNvPr id="149" name="Freeform 248"/>
          <p:cNvSpPr>
            <a:spLocks noEditPoints="1"/>
          </p:cNvSpPr>
          <p:nvPr>
            <p:custDataLst>
              <p:tags r:id="rId49"/>
            </p:custDataLst>
          </p:nvPr>
        </p:nvSpPr>
        <p:spPr bwMode="auto">
          <a:xfrm>
            <a:off x="9744134" y="4430621"/>
            <a:ext cx="301596" cy="345008"/>
          </a:xfrm>
          <a:custGeom>
            <a:avLst/>
            <a:gdLst>
              <a:gd name="T0" fmla="*/ 48 w 56"/>
              <a:gd name="T1" fmla="*/ 60 h 64"/>
              <a:gd name="T2" fmla="*/ 45 w 56"/>
              <a:gd name="T3" fmla="*/ 60 h 64"/>
              <a:gd name="T4" fmla="*/ 56 w 56"/>
              <a:gd name="T5" fmla="*/ 40 h 64"/>
              <a:gd name="T6" fmla="*/ 38 w 56"/>
              <a:gd name="T7" fmla="*/ 17 h 64"/>
              <a:gd name="T8" fmla="*/ 42 w 56"/>
              <a:gd name="T9" fmla="*/ 8 h 64"/>
              <a:gd name="T10" fmla="*/ 42 w 56"/>
              <a:gd name="T11" fmla="*/ 5 h 64"/>
              <a:gd name="T12" fmla="*/ 31 w 56"/>
              <a:gd name="T13" fmla="*/ 0 h 64"/>
              <a:gd name="T14" fmla="*/ 29 w 56"/>
              <a:gd name="T15" fmla="*/ 0 h 64"/>
              <a:gd name="T16" fmla="*/ 28 w 56"/>
              <a:gd name="T17" fmla="*/ 1 h 64"/>
              <a:gd name="T18" fmla="*/ 15 w 56"/>
              <a:gd name="T19" fmla="*/ 25 h 64"/>
              <a:gd name="T20" fmla="*/ 17 w 56"/>
              <a:gd name="T21" fmla="*/ 31 h 64"/>
              <a:gd name="T22" fmla="*/ 15 w 56"/>
              <a:gd name="T23" fmla="*/ 35 h 64"/>
              <a:gd name="T24" fmla="*/ 22 w 56"/>
              <a:gd name="T25" fmla="*/ 38 h 64"/>
              <a:gd name="T26" fmla="*/ 24 w 56"/>
              <a:gd name="T27" fmla="*/ 35 h 64"/>
              <a:gd name="T28" fmla="*/ 24 w 56"/>
              <a:gd name="T29" fmla="*/ 35 h 64"/>
              <a:gd name="T30" fmla="*/ 30 w 56"/>
              <a:gd name="T31" fmla="*/ 32 h 64"/>
              <a:gd name="T32" fmla="*/ 34 w 56"/>
              <a:gd name="T33" fmla="*/ 24 h 64"/>
              <a:gd name="T34" fmla="*/ 48 w 56"/>
              <a:gd name="T35" fmla="*/ 40 h 64"/>
              <a:gd name="T36" fmla="*/ 32 w 56"/>
              <a:gd name="T37" fmla="*/ 56 h 64"/>
              <a:gd name="T38" fmla="*/ 20 w 56"/>
              <a:gd name="T39" fmla="*/ 52 h 64"/>
              <a:gd name="T40" fmla="*/ 20 w 56"/>
              <a:gd name="T41" fmla="*/ 50 h 64"/>
              <a:gd name="T42" fmla="*/ 22 w 56"/>
              <a:gd name="T43" fmla="*/ 48 h 64"/>
              <a:gd name="T44" fmla="*/ 32 w 56"/>
              <a:gd name="T45" fmla="*/ 48 h 64"/>
              <a:gd name="T46" fmla="*/ 32 w 56"/>
              <a:gd name="T47" fmla="*/ 44 h 64"/>
              <a:gd name="T48" fmla="*/ 17 w 56"/>
              <a:gd name="T49" fmla="*/ 44 h 64"/>
              <a:gd name="T50" fmla="*/ 8 w 56"/>
              <a:gd name="T51" fmla="*/ 44 h 64"/>
              <a:gd name="T52" fmla="*/ 0 w 56"/>
              <a:gd name="T53" fmla="*/ 44 h 64"/>
              <a:gd name="T54" fmla="*/ 0 w 56"/>
              <a:gd name="T55" fmla="*/ 48 h 64"/>
              <a:gd name="T56" fmla="*/ 9 w 56"/>
              <a:gd name="T57" fmla="*/ 48 h 64"/>
              <a:gd name="T58" fmla="*/ 10 w 56"/>
              <a:gd name="T59" fmla="*/ 48 h 64"/>
              <a:gd name="T60" fmla="*/ 12 w 56"/>
              <a:gd name="T61" fmla="*/ 50 h 64"/>
              <a:gd name="T62" fmla="*/ 12 w 56"/>
              <a:gd name="T63" fmla="*/ 52 h 64"/>
              <a:gd name="T64" fmla="*/ 12 w 56"/>
              <a:gd name="T65" fmla="*/ 60 h 64"/>
              <a:gd name="T66" fmla="*/ 4 w 56"/>
              <a:gd name="T67" fmla="*/ 64 h 64"/>
              <a:gd name="T68" fmla="*/ 56 w 56"/>
              <a:gd name="T69" fmla="*/ 64 h 64"/>
              <a:gd name="T70" fmla="*/ 48 w 56"/>
              <a:gd name="T71" fmla="*/ 60 h 64"/>
              <a:gd name="T72" fmla="*/ 34 w 56"/>
              <a:gd name="T73" fmla="*/ 5 h 64"/>
              <a:gd name="T74" fmla="*/ 33 w 56"/>
              <a:gd name="T75" fmla="*/ 7 h 64"/>
              <a:gd name="T76" fmla="*/ 24 w 56"/>
              <a:gd name="T77" fmla="*/ 24 h 64"/>
              <a:gd name="T78" fmla="*/ 20 w 56"/>
              <a:gd name="T79" fmla="*/ 22 h 64"/>
              <a:gd name="T80" fmla="*/ 20 w 56"/>
              <a:gd name="T81" fmla="*/ 22 h 64"/>
              <a:gd name="T82" fmla="*/ 29 w 56"/>
              <a:gd name="T83" fmla="*/ 5 h 64"/>
              <a:gd name="T84" fmla="*/ 30 w 56"/>
              <a:gd name="T85" fmla="*/ 4 h 64"/>
              <a:gd name="T86" fmla="*/ 32 w 56"/>
              <a:gd name="T87" fmla="*/ 4 h 64"/>
              <a:gd name="T88" fmla="*/ 34 w 56"/>
              <a:gd name="T89" fmla="*/ 5 h 64"/>
              <a:gd name="T90" fmla="*/ 34 w 56"/>
              <a:gd name="T91" fmla="*/ 5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" h="64">
                <a:moveTo>
                  <a:pt x="48" y="60"/>
                </a:moveTo>
                <a:cubicBezTo>
                  <a:pt x="45" y="60"/>
                  <a:pt x="45" y="60"/>
                  <a:pt x="45" y="60"/>
                </a:cubicBezTo>
                <a:cubicBezTo>
                  <a:pt x="52" y="56"/>
                  <a:pt x="56" y="48"/>
                  <a:pt x="56" y="40"/>
                </a:cubicBezTo>
                <a:cubicBezTo>
                  <a:pt x="56" y="29"/>
                  <a:pt x="48" y="19"/>
                  <a:pt x="38" y="17"/>
                </a:cubicBezTo>
                <a:cubicBezTo>
                  <a:pt x="42" y="8"/>
                  <a:pt x="42" y="8"/>
                  <a:pt x="42" y="8"/>
                </a:cubicBezTo>
                <a:cubicBezTo>
                  <a:pt x="43" y="7"/>
                  <a:pt x="43" y="6"/>
                  <a:pt x="42" y="5"/>
                </a:cubicBezTo>
                <a:cubicBezTo>
                  <a:pt x="31" y="0"/>
                  <a:pt x="31" y="0"/>
                  <a:pt x="31" y="0"/>
                </a:cubicBezTo>
                <a:cubicBezTo>
                  <a:pt x="30" y="0"/>
                  <a:pt x="30" y="0"/>
                  <a:pt x="29" y="0"/>
                </a:cubicBezTo>
                <a:cubicBezTo>
                  <a:pt x="29" y="0"/>
                  <a:pt x="28" y="1"/>
                  <a:pt x="28" y="1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8"/>
                  <a:pt x="15" y="30"/>
                  <a:pt x="17" y="31"/>
                </a:cubicBezTo>
                <a:cubicBezTo>
                  <a:pt x="15" y="35"/>
                  <a:pt x="15" y="35"/>
                  <a:pt x="15" y="35"/>
                </a:cubicBezTo>
                <a:cubicBezTo>
                  <a:pt x="22" y="38"/>
                  <a:pt x="22" y="38"/>
                  <a:pt x="22" y="38"/>
                </a:cubicBezTo>
                <a:cubicBezTo>
                  <a:pt x="24" y="35"/>
                  <a:pt x="24" y="35"/>
                  <a:pt x="24" y="35"/>
                </a:cubicBezTo>
                <a:cubicBezTo>
                  <a:pt x="24" y="35"/>
                  <a:pt x="24" y="35"/>
                  <a:pt x="24" y="35"/>
                </a:cubicBezTo>
                <a:cubicBezTo>
                  <a:pt x="26" y="35"/>
                  <a:pt x="29" y="35"/>
                  <a:pt x="30" y="32"/>
                </a:cubicBezTo>
                <a:cubicBezTo>
                  <a:pt x="34" y="24"/>
                  <a:pt x="34" y="24"/>
                  <a:pt x="34" y="24"/>
                </a:cubicBezTo>
                <a:cubicBezTo>
                  <a:pt x="42" y="25"/>
                  <a:pt x="48" y="32"/>
                  <a:pt x="48" y="40"/>
                </a:cubicBezTo>
                <a:cubicBezTo>
                  <a:pt x="48" y="49"/>
                  <a:pt x="41" y="56"/>
                  <a:pt x="32" y="56"/>
                </a:cubicBezTo>
                <a:cubicBezTo>
                  <a:pt x="28" y="56"/>
                  <a:pt x="23" y="54"/>
                  <a:pt x="20" y="52"/>
                </a:cubicBezTo>
                <a:cubicBezTo>
                  <a:pt x="20" y="50"/>
                  <a:pt x="20" y="50"/>
                  <a:pt x="20" y="50"/>
                </a:cubicBezTo>
                <a:cubicBezTo>
                  <a:pt x="20" y="49"/>
                  <a:pt x="21" y="48"/>
                  <a:pt x="22" y="48"/>
                </a:cubicBezTo>
                <a:cubicBezTo>
                  <a:pt x="32" y="48"/>
                  <a:pt x="32" y="48"/>
                  <a:pt x="32" y="48"/>
                </a:cubicBezTo>
                <a:cubicBezTo>
                  <a:pt x="32" y="44"/>
                  <a:pt x="32" y="44"/>
                  <a:pt x="32" y="44"/>
                </a:cubicBezTo>
                <a:cubicBezTo>
                  <a:pt x="17" y="44"/>
                  <a:pt x="17" y="44"/>
                  <a:pt x="17" y="44"/>
                </a:cubicBezTo>
                <a:cubicBezTo>
                  <a:pt x="8" y="44"/>
                  <a:pt x="8" y="44"/>
                  <a:pt x="8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8"/>
                  <a:pt x="0" y="48"/>
                  <a:pt x="0" y="48"/>
                </a:cubicBezTo>
                <a:cubicBezTo>
                  <a:pt x="9" y="48"/>
                  <a:pt x="9" y="48"/>
                  <a:pt x="9" y="48"/>
                </a:cubicBezTo>
                <a:cubicBezTo>
                  <a:pt x="10" y="48"/>
                  <a:pt x="10" y="48"/>
                  <a:pt x="10" y="48"/>
                </a:cubicBezTo>
                <a:cubicBezTo>
                  <a:pt x="11" y="48"/>
                  <a:pt x="12" y="49"/>
                  <a:pt x="12" y="50"/>
                </a:cubicBezTo>
                <a:cubicBezTo>
                  <a:pt x="12" y="52"/>
                  <a:pt x="12" y="52"/>
                  <a:pt x="12" y="52"/>
                </a:cubicBezTo>
                <a:cubicBezTo>
                  <a:pt x="12" y="60"/>
                  <a:pt x="12" y="60"/>
                  <a:pt x="12" y="60"/>
                </a:cubicBezTo>
                <a:cubicBezTo>
                  <a:pt x="8" y="60"/>
                  <a:pt x="4" y="60"/>
                  <a:pt x="4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6" y="60"/>
                  <a:pt x="52" y="60"/>
                  <a:pt x="48" y="60"/>
                </a:cubicBezTo>
                <a:close/>
                <a:moveTo>
                  <a:pt x="34" y="5"/>
                </a:moveTo>
                <a:cubicBezTo>
                  <a:pt x="33" y="6"/>
                  <a:pt x="33" y="6"/>
                  <a:pt x="33" y="7"/>
                </a:cubicBezTo>
                <a:cubicBezTo>
                  <a:pt x="24" y="24"/>
                  <a:pt x="24" y="24"/>
                  <a:pt x="24" y="24"/>
                </a:cubicBezTo>
                <a:cubicBezTo>
                  <a:pt x="20" y="22"/>
                  <a:pt x="20" y="22"/>
                  <a:pt x="20" y="22"/>
                </a:cubicBezTo>
                <a:cubicBezTo>
                  <a:pt x="20" y="22"/>
                  <a:pt x="20" y="22"/>
                  <a:pt x="20" y="22"/>
                </a:cubicBezTo>
                <a:cubicBezTo>
                  <a:pt x="29" y="5"/>
                  <a:pt x="29" y="5"/>
                  <a:pt x="29" y="5"/>
                </a:cubicBezTo>
                <a:cubicBezTo>
                  <a:pt x="29" y="5"/>
                  <a:pt x="30" y="4"/>
                  <a:pt x="30" y="4"/>
                </a:cubicBezTo>
                <a:cubicBezTo>
                  <a:pt x="31" y="4"/>
                  <a:pt x="31" y="4"/>
                  <a:pt x="32" y="4"/>
                </a:cubicBezTo>
                <a:cubicBezTo>
                  <a:pt x="34" y="5"/>
                  <a:pt x="34" y="5"/>
                  <a:pt x="34" y="5"/>
                </a:cubicBezTo>
                <a:cubicBezTo>
                  <a:pt x="34" y="5"/>
                  <a:pt x="34" y="5"/>
                  <a:pt x="34" y="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 sz="135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842010" y="314325"/>
            <a:ext cx="44005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建设内容与总体方案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4758055" y="764381"/>
            <a:ext cx="6886575" cy="11430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关键技术与创新点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32" name="椭圆 31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5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8" name="Freeform 5"/>
          <p:cNvSpPr/>
          <p:nvPr/>
        </p:nvSpPr>
        <p:spPr>
          <a:xfrm rot="5400000">
            <a:off x="1447800" y="1471295"/>
            <a:ext cx="1629410" cy="1574165"/>
          </a:xfrm>
          <a:custGeom>
            <a:avLst/>
            <a:gdLst>
              <a:gd name="txL" fmla="*/ 0 w 556"/>
              <a:gd name="txT" fmla="*/ 0 h 536"/>
              <a:gd name="txR" fmla="*/ 556 w 556"/>
              <a:gd name="txB" fmla="*/ 536 h 536"/>
            </a:gdLst>
            <a:ahLst/>
            <a:cxnLst>
              <a:cxn ang="0">
                <a:pos x="224" y="0"/>
              </a:cxn>
              <a:cxn ang="0">
                <a:pos x="0" y="536"/>
              </a:cxn>
              <a:cxn ang="0">
                <a:pos x="480" y="536"/>
              </a:cxn>
              <a:cxn ang="0">
                <a:pos x="556" y="332"/>
              </a:cxn>
              <a:cxn ang="0">
                <a:pos x="224" y="0"/>
              </a:cxn>
            </a:cxnLst>
            <a:rect l="txL" t="txT" r="txR" b="txB"/>
            <a:pathLst>
              <a:path w="556" h="536">
                <a:moveTo>
                  <a:pt x="224" y="0"/>
                </a:moveTo>
                <a:cubicBezTo>
                  <a:pt x="89" y="139"/>
                  <a:pt x="4" y="328"/>
                  <a:pt x="0" y="536"/>
                </a:cubicBezTo>
                <a:cubicBezTo>
                  <a:pt x="480" y="536"/>
                  <a:pt x="480" y="536"/>
                  <a:pt x="480" y="536"/>
                </a:cubicBezTo>
                <a:cubicBezTo>
                  <a:pt x="480" y="458"/>
                  <a:pt x="509" y="387"/>
                  <a:pt x="556" y="332"/>
                </a:cubicBezTo>
                <a:lnTo>
                  <a:pt x="224" y="0"/>
                </a:lnTo>
                <a:close/>
              </a:path>
            </a:pathLst>
          </a:custGeom>
          <a:solidFill>
            <a:srgbClr val="990000">
              <a:alpha val="59000"/>
            </a:srgbClr>
          </a:solidFill>
          <a:ln w="9525">
            <a:noFill/>
          </a:ln>
        </p:spPr>
        <p:txBody>
          <a:bodyPr/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Freeform 10"/>
          <p:cNvSpPr/>
          <p:nvPr/>
        </p:nvSpPr>
        <p:spPr bwMode="auto">
          <a:xfrm rot="5400000">
            <a:off x="1039495" y="3340100"/>
            <a:ext cx="1709420" cy="856615"/>
          </a:xfrm>
          <a:custGeom>
            <a:avLst/>
            <a:gdLst/>
            <a:ahLst/>
            <a:cxnLst>
              <a:cxn ang="0">
                <a:pos x="285" y="31"/>
              </a:cxn>
              <a:cxn ang="0">
                <a:pos x="539" y="285"/>
              </a:cxn>
              <a:cxn ang="0">
                <a:pos x="570" y="285"/>
              </a:cxn>
              <a:cxn ang="0">
                <a:pos x="285" y="0"/>
              </a:cxn>
              <a:cxn ang="0">
                <a:pos x="0" y="285"/>
              </a:cxn>
              <a:cxn ang="0">
                <a:pos x="31" y="285"/>
              </a:cxn>
              <a:cxn ang="0">
                <a:pos x="285" y="31"/>
              </a:cxn>
            </a:cxnLst>
            <a:rect l="0" t="0" r="r" b="b"/>
            <a:pathLst>
              <a:path w="570" h="285">
                <a:moveTo>
                  <a:pt x="285" y="31"/>
                </a:moveTo>
                <a:cubicBezTo>
                  <a:pt x="426" y="31"/>
                  <a:pt x="539" y="145"/>
                  <a:pt x="539" y="285"/>
                </a:cubicBezTo>
                <a:cubicBezTo>
                  <a:pt x="570" y="285"/>
                  <a:pt x="570" y="285"/>
                  <a:pt x="570" y="285"/>
                </a:cubicBezTo>
                <a:cubicBezTo>
                  <a:pt x="570" y="128"/>
                  <a:pt x="443" y="0"/>
                  <a:pt x="285" y="0"/>
                </a:cubicBezTo>
                <a:cubicBezTo>
                  <a:pt x="128" y="0"/>
                  <a:pt x="0" y="128"/>
                  <a:pt x="0" y="285"/>
                </a:cubicBezTo>
                <a:cubicBezTo>
                  <a:pt x="31" y="285"/>
                  <a:pt x="31" y="285"/>
                  <a:pt x="31" y="285"/>
                </a:cubicBezTo>
                <a:cubicBezTo>
                  <a:pt x="31" y="145"/>
                  <a:pt x="145" y="31"/>
                  <a:pt x="285" y="3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Freeform 15"/>
          <p:cNvSpPr/>
          <p:nvPr/>
        </p:nvSpPr>
        <p:spPr>
          <a:xfrm rot="5400000">
            <a:off x="2155825" y="2119630"/>
            <a:ext cx="1574165" cy="1628140"/>
          </a:xfrm>
          <a:custGeom>
            <a:avLst/>
            <a:gdLst>
              <a:gd name="txL" fmla="*/ 0 w 537"/>
              <a:gd name="txT" fmla="*/ 0 h 555"/>
              <a:gd name="txR" fmla="*/ 537 w 537"/>
              <a:gd name="txB" fmla="*/ 555 h 555"/>
            </a:gdLst>
            <a:ahLst/>
            <a:cxnLst>
              <a:cxn ang="0">
                <a:pos x="537" y="0"/>
              </a:cxn>
              <a:cxn ang="0">
                <a:pos x="0" y="221"/>
              </a:cxn>
              <a:cxn ang="0">
                <a:pos x="332" y="555"/>
              </a:cxn>
              <a:cxn ang="0">
                <a:pos x="537" y="464"/>
              </a:cxn>
              <a:cxn ang="0">
                <a:pos x="537" y="0"/>
              </a:cxn>
            </a:cxnLst>
            <a:rect l="txL" t="txT" r="txR" b="txB"/>
            <a:pathLst>
              <a:path w="537" h="555">
                <a:moveTo>
                  <a:pt x="537" y="0"/>
                </a:moveTo>
                <a:cubicBezTo>
                  <a:pt x="343" y="3"/>
                  <a:pt x="150" y="77"/>
                  <a:pt x="0" y="221"/>
                </a:cubicBezTo>
                <a:cubicBezTo>
                  <a:pt x="332" y="555"/>
                  <a:pt x="332" y="555"/>
                  <a:pt x="332" y="555"/>
                </a:cubicBezTo>
                <a:cubicBezTo>
                  <a:pt x="387" y="500"/>
                  <a:pt x="465" y="470"/>
                  <a:pt x="537" y="464"/>
                </a:cubicBezTo>
                <a:lnTo>
                  <a:pt x="537" y="0"/>
                </a:lnTo>
                <a:close/>
              </a:path>
            </a:pathLst>
          </a:custGeom>
          <a:solidFill>
            <a:srgbClr val="990000">
              <a:alpha val="59000"/>
            </a:srgbClr>
          </a:solidFill>
          <a:ln w="9525">
            <a:noFill/>
          </a:ln>
        </p:spPr>
        <p:txBody>
          <a:bodyPr/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Freeform 20"/>
          <p:cNvSpPr/>
          <p:nvPr/>
        </p:nvSpPr>
        <p:spPr>
          <a:xfrm rot="5400000">
            <a:off x="2157095" y="3773805"/>
            <a:ext cx="1582420" cy="1617345"/>
          </a:xfrm>
          <a:custGeom>
            <a:avLst/>
            <a:gdLst>
              <a:gd name="txL" fmla="*/ 0 w 540"/>
              <a:gd name="txT" fmla="*/ 0 h 551"/>
              <a:gd name="txR" fmla="*/ 540 w 540"/>
              <a:gd name="txB" fmla="*/ 551 h 551"/>
            </a:gdLst>
            <a:ahLst/>
            <a:cxnLst>
              <a:cxn ang="0">
                <a:pos x="540" y="220"/>
              </a:cxn>
              <a:cxn ang="0">
                <a:pos x="0" y="0"/>
              </a:cxn>
              <a:cxn ang="0">
                <a:pos x="0" y="464"/>
              </a:cxn>
              <a:cxn ang="0">
                <a:pos x="209" y="551"/>
              </a:cxn>
              <a:cxn ang="0">
                <a:pos x="540" y="220"/>
              </a:cxn>
            </a:cxnLst>
            <a:rect l="txL" t="txT" r="txR" b="txB"/>
            <a:pathLst>
              <a:path w="540" h="551">
                <a:moveTo>
                  <a:pt x="540" y="220"/>
                </a:moveTo>
                <a:cubicBezTo>
                  <a:pt x="401" y="85"/>
                  <a:pt x="209" y="4"/>
                  <a:pt x="0" y="0"/>
                </a:cubicBezTo>
                <a:cubicBezTo>
                  <a:pt x="0" y="464"/>
                  <a:pt x="0" y="464"/>
                  <a:pt x="0" y="464"/>
                </a:cubicBezTo>
                <a:cubicBezTo>
                  <a:pt x="78" y="464"/>
                  <a:pt x="154" y="504"/>
                  <a:pt x="209" y="551"/>
                </a:cubicBezTo>
                <a:lnTo>
                  <a:pt x="540" y="220"/>
                </a:lnTo>
                <a:close/>
              </a:path>
            </a:pathLst>
          </a:custGeom>
          <a:solidFill>
            <a:srgbClr val="990000">
              <a:alpha val="59000"/>
            </a:srgbClr>
          </a:solidFill>
          <a:ln w="9525">
            <a:noFill/>
          </a:ln>
        </p:spPr>
        <p:txBody>
          <a:bodyPr/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3" name="Freeform 25"/>
          <p:cNvSpPr/>
          <p:nvPr/>
        </p:nvSpPr>
        <p:spPr>
          <a:xfrm rot="5400000">
            <a:off x="1449705" y="4479925"/>
            <a:ext cx="1638300" cy="1586230"/>
          </a:xfrm>
          <a:custGeom>
            <a:avLst/>
            <a:gdLst>
              <a:gd name="txL" fmla="*/ 0 w 559"/>
              <a:gd name="txT" fmla="*/ 0 h 540"/>
              <a:gd name="txR" fmla="*/ 559 w 559"/>
              <a:gd name="txB" fmla="*/ 540 h 540"/>
            </a:gdLst>
            <a:ahLst/>
            <a:cxnLst>
              <a:cxn ang="0">
                <a:pos x="559" y="540"/>
              </a:cxn>
              <a:cxn ang="0">
                <a:pos x="331" y="0"/>
              </a:cxn>
              <a:cxn ang="0">
                <a:pos x="0" y="332"/>
              </a:cxn>
              <a:cxn ang="0">
                <a:pos x="79" y="540"/>
              </a:cxn>
              <a:cxn ang="0">
                <a:pos x="559" y="540"/>
              </a:cxn>
            </a:cxnLst>
            <a:rect l="txL" t="txT" r="txR" b="txB"/>
            <a:pathLst>
              <a:path w="559" h="540">
                <a:moveTo>
                  <a:pt x="559" y="540"/>
                </a:moveTo>
                <a:cubicBezTo>
                  <a:pt x="556" y="346"/>
                  <a:pt x="476" y="150"/>
                  <a:pt x="331" y="0"/>
                </a:cubicBezTo>
                <a:cubicBezTo>
                  <a:pt x="0" y="332"/>
                  <a:pt x="0" y="332"/>
                  <a:pt x="0" y="332"/>
                </a:cubicBezTo>
                <a:cubicBezTo>
                  <a:pt x="55" y="387"/>
                  <a:pt x="74" y="468"/>
                  <a:pt x="79" y="540"/>
                </a:cubicBezTo>
                <a:lnTo>
                  <a:pt x="559" y="540"/>
                </a:lnTo>
                <a:close/>
              </a:path>
            </a:pathLst>
          </a:custGeom>
          <a:solidFill>
            <a:srgbClr val="990000">
              <a:alpha val="59000"/>
            </a:srgbClr>
          </a:solidFill>
          <a:ln w="9525">
            <a:noFill/>
          </a:ln>
        </p:spPr>
        <p:txBody>
          <a:bodyPr/>
          <a:lstStyle/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4" name="타원 160"/>
          <p:cNvSpPr/>
          <p:nvPr/>
        </p:nvSpPr>
        <p:spPr>
          <a:xfrm>
            <a:off x="845820" y="3100070"/>
            <a:ext cx="1316990" cy="1316990"/>
          </a:xfrm>
          <a:prstGeom prst="ellipse">
            <a:avLst/>
          </a:prstGeom>
          <a:solidFill>
            <a:srgbClr val="B50B0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1098868" y="3533140"/>
            <a:ext cx="79502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名称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25192" y="1758073"/>
            <a:ext cx="69342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关键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技术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创新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636417" y="2554478"/>
            <a:ext cx="69342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关键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技术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创新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99745" y="3875402"/>
            <a:ext cx="69342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关键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技术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创新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73760" y="4765130"/>
            <a:ext cx="69342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关键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技术</a:t>
            </a:r>
            <a:endParaRPr kumimoji="0" 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创新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985230" y="1991832"/>
            <a:ext cx="8440007" cy="0"/>
          </a:xfrm>
          <a:prstGeom prst="line">
            <a:avLst/>
          </a:prstGeom>
          <a:ln w="12700">
            <a:solidFill>
              <a:srgbClr val="285B9E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813544" y="3399546"/>
            <a:ext cx="7611694" cy="0"/>
          </a:xfrm>
          <a:prstGeom prst="line">
            <a:avLst/>
          </a:prstGeom>
          <a:ln w="12700">
            <a:solidFill>
              <a:srgbClr val="285B9E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723575" y="4820998"/>
            <a:ext cx="7668401" cy="0"/>
          </a:xfrm>
          <a:prstGeom prst="line">
            <a:avLst/>
          </a:prstGeom>
          <a:ln w="12700">
            <a:solidFill>
              <a:srgbClr val="285B9E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894445" y="6216182"/>
            <a:ext cx="9497531" cy="0"/>
          </a:xfrm>
          <a:prstGeom prst="line">
            <a:avLst/>
          </a:prstGeom>
          <a:ln w="12700">
            <a:solidFill>
              <a:srgbClr val="285B9E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830048" y="1179731"/>
            <a:ext cx="8291608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756837" y="2542489"/>
            <a:ext cx="7668401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en-US" altLang="zh-C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3813544" y="4014033"/>
            <a:ext cx="7668401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en-US" altLang="zh-C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2830048" y="5448812"/>
            <a:ext cx="8291608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en-US" altLang="zh-C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顶角 20"/>
          <p:cNvSpPr/>
          <p:nvPr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2" name="arrowhead-thin-outline-to-the-left_32542"/>
          <p:cNvSpPr/>
          <p:nvPr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9431" y="367927"/>
            <a:ext cx="1552141" cy="51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1100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7303" y="367927"/>
            <a:ext cx="45719" cy="519309"/>
          </a:xfrm>
          <a:prstGeom prst="rect">
            <a:avLst/>
          </a:prstGeom>
          <a:pattFill prst="zigZ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1284876" y="3394039"/>
            <a:ext cx="597929" cy="597933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 flipV="1">
            <a:off x="1637665" y="3102610"/>
            <a:ext cx="10207625" cy="737870"/>
            <a:chOff x="3037840" y="5372100"/>
            <a:chExt cx="6878320" cy="738056"/>
          </a:xfrm>
        </p:grpSpPr>
        <p:sp>
          <p:nvSpPr>
            <p:cNvPr id="4" name="椭圆 3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139440" y="2320925"/>
            <a:ext cx="796163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实施计划与人员安排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12934" y="2054166"/>
            <a:ext cx="1599479" cy="1599479"/>
            <a:chOff x="1439212" y="1545892"/>
            <a:chExt cx="779175" cy="779175"/>
          </a:xfrm>
        </p:grpSpPr>
        <p:sp>
          <p:nvSpPr>
            <p:cNvPr id="8" name="椭圆 7"/>
            <p:cNvSpPr/>
            <p:nvPr/>
          </p:nvSpPr>
          <p:spPr>
            <a:xfrm>
              <a:off x="1439212" y="1545892"/>
              <a:ext cx="779175" cy="779175"/>
            </a:xfrm>
            <a:prstGeom prst="ellipse">
              <a:avLst/>
            </a:prstGeom>
            <a:solidFill>
              <a:srgbClr val="1B1D3D">
                <a:alpha val="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9240" y="1645920"/>
              <a:ext cx="579120" cy="579120"/>
            </a:xfrm>
            <a:prstGeom prst="ellipse">
              <a:avLst/>
            </a:prstGeom>
            <a:solidFill>
              <a:srgbClr val="99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1657" y="2293935"/>
            <a:ext cx="114188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5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 flipH="1">
            <a:off x="2439455" y="1403685"/>
            <a:ext cx="849927" cy="849932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844895" y="3217106"/>
            <a:ext cx="1513669" cy="15136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861352" y="6441804"/>
            <a:ext cx="2468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4076441" y="3840530"/>
            <a:ext cx="2837180" cy="337185"/>
            <a:chOff x="4645227" y="4175251"/>
            <a:chExt cx="2837180" cy="337185"/>
          </a:xfrm>
        </p:grpSpPr>
        <p:grpSp>
          <p:nvGrpSpPr>
            <p:cNvPr id="89" name="组合 88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90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1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2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3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4989397" y="4175251"/>
              <a:ext cx="249301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实施计划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6894109" y="3840530"/>
            <a:ext cx="3075940" cy="337185"/>
            <a:chOff x="4645227" y="4175251"/>
            <a:chExt cx="3075940" cy="337185"/>
          </a:xfrm>
        </p:grpSpPr>
        <p:grpSp>
          <p:nvGrpSpPr>
            <p:cNvPr id="96" name="组合 95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97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8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99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00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4989397" y="4175251"/>
              <a:ext cx="2731770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人员安排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实施计划与人员安排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796790" y="764381"/>
            <a:ext cx="6847840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实施计划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8" name="箭头: 圆角右 1"/>
          <p:cNvSpPr/>
          <p:nvPr/>
        </p:nvSpPr>
        <p:spPr>
          <a:xfrm rot="16200000" flipV="1">
            <a:off x="5403850" y="-2432686"/>
            <a:ext cx="1230630" cy="10919461"/>
          </a:xfrm>
          <a:prstGeom prst="bentArrow">
            <a:avLst>
              <a:gd name="adj1" fmla="val 9344"/>
              <a:gd name="adj2" fmla="val 13132"/>
              <a:gd name="adj3" fmla="val 25000"/>
              <a:gd name="adj4" fmla="val 75000"/>
            </a:avLst>
          </a:prstGeom>
          <a:gradFill>
            <a:gsLst>
              <a:gs pos="100000">
                <a:srgbClr val="990000">
                  <a:alpha val="30000"/>
                </a:srgbClr>
              </a:gs>
              <a:gs pos="0">
                <a:srgbClr val="99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 5"/>
          <p:cNvSpPr/>
          <p:nvPr/>
        </p:nvSpPr>
        <p:spPr bwMode="auto">
          <a:xfrm>
            <a:off x="1471930" y="1939925"/>
            <a:ext cx="946785" cy="1497330"/>
          </a:xfrm>
          <a:custGeom>
            <a:avLst/>
            <a:gdLst>
              <a:gd name="T0" fmla="*/ 302 w 302"/>
              <a:gd name="T1" fmla="*/ 34 h 479"/>
              <a:gd name="T2" fmla="*/ 302 w 302"/>
              <a:gd name="T3" fmla="*/ 380 h 479"/>
              <a:gd name="T4" fmla="*/ 285 w 302"/>
              <a:gd name="T5" fmla="*/ 410 h 479"/>
              <a:gd name="T6" fmla="*/ 167 w 302"/>
              <a:gd name="T7" fmla="*/ 473 h 479"/>
              <a:gd name="T8" fmla="*/ 135 w 302"/>
              <a:gd name="T9" fmla="*/ 473 h 479"/>
              <a:gd name="T10" fmla="*/ 18 w 302"/>
              <a:gd name="T11" fmla="*/ 410 h 479"/>
              <a:gd name="T12" fmla="*/ 0 w 302"/>
              <a:gd name="T13" fmla="*/ 380 h 479"/>
              <a:gd name="T14" fmla="*/ 0 w 302"/>
              <a:gd name="T15" fmla="*/ 34 h 479"/>
              <a:gd name="T16" fmla="*/ 34 w 302"/>
              <a:gd name="T17" fmla="*/ 0 h 479"/>
              <a:gd name="T18" fmla="*/ 268 w 302"/>
              <a:gd name="T19" fmla="*/ 0 h 479"/>
              <a:gd name="T20" fmla="*/ 302 w 302"/>
              <a:gd name="T21" fmla="*/ 34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2" h="479">
                <a:moveTo>
                  <a:pt x="302" y="34"/>
                </a:moveTo>
                <a:cubicBezTo>
                  <a:pt x="302" y="380"/>
                  <a:pt x="302" y="380"/>
                  <a:pt x="302" y="380"/>
                </a:cubicBezTo>
                <a:cubicBezTo>
                  <a:pt x="302" y="393"/>
                  <a:pt x="296" y="404"/>
                  <a:pt x="285" y="410"/>
                </a:cubicBezTo>
                <a:cubicBezTo>
                  <a:pt x="167" y="473"/>
                  <a:pt x="167" y="473"/>
                  <a:pt x="167" y="473"/>
                </a:cubicBezTo>
                <a:cubicBezTo>
                  <a:pt x="157" y="479"/>
                  <a:pt x="145" y="479"/>
                  <a:pt x="135" y="473"/>
                </a:cubicBezTo>
                <a:cubicBezTo>
                  <a:pt x="18" y="410"/>
                  <a:pt x="18" y="410"/>
                  <a:pt x="18" y="410"/>
                </a:cubicBezTo>
                <a:cubicBezTo>
                  <a:pt x="7" y="404"/>
                  <a:pt x="0" y="393"/>
                  <a:pt x="0" y="38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7" y="0"/>
                  <a:pt x="302" y="15"/>
                  <a:pt x="302" y="34"/>
                </a:cubicBezTo>
                <a:close/>
              </a:path>
            </a:pathLst>
          </a:custGeom>
          <a:solidFill>
            <a:srgbClr val="C00000">
              <a:alpha val="5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1600835" y="2094230"/>
            <a:ext cx="69786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第一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阶段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06855" y="2855595"/>
            <a:ext cx="86614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20XX.02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1602105" y="2836545"/>
            <a:ext cx="68643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 5"/>
          <p:cNvSpPr/>
          <p:nvPr/>
        </p:nvSpPr>
        <p:spPr bwMode="auto">
          <a:xfrm>
            <a:off x="4036060" y="1931670"/>
            <a:ext cx="946785" cy="1497330"/>
          </a:xfrm>
          <a:custGeom>
            <a:avLst/>
            <a:gdLst>
              <a:gd name="T0" fmla="*/ 302 w 302"/>
              <a:gd name="T1" fmla="*/ 34 h 479"/>
              <a:gd name="T2" fmla="*/ 302 w 302"/>
              <a:gd name="T3" fmla="*/ 380 h 479"/>
              <a:gd name="T4" fmla="*/ 285 w 302"/>
              <a:gd name="T5" fmla="*/ 410 h 479"/>
              <a:gd name="T6" fmla="*/ 167 w 302"/>
              <a:gd name="T7" fmla="*/ 473 h 479"/>
              <a:gd name="T8" fmla="*/ 135 w 302"/>
              <a:gd name="T9" fmla="*/ 473 h 479"/>
              <a:gd name="T10" fmla="*/ 18 w 302"/>
              <a:gd name="T11" fmla="*/ 410 h 479"/>
              <a:gd name="T12" fmla="*/ 0 w 302"/>
              <a:gd name="T13" fmla="*/ 380 h 479"/>
              <a:gd name="T14" fmla="*/ 0 w 302"/>
              <a:gd name="T15" fmla="*/ 34 h 479"/>
              <a:gd name="T16" fmla="*/ 34 w 302"/>
              <a:gd name="T17" fmla="*/ 0 h 479"/>
              <a:gd name="T18" fmla="*/ 268 w 302"/>
              <a:gd name="T19" fmla="*/ 0 h 479"/>
              <a:gd name="T20" fmla="*/ 302 w 302"/>
              <a:gd name="T21" fmla="*/ 34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2" h="479">
                <a:moveTo>
                  <a:pt x="302" y="34"/>
                </a:moveTo>
                <a:cubicBezTo>
                  <a:pt x="302" y="380"/>
                  <a:pt x="302" y="380"/>
                  <a:pt x="302" y="380"/>
                </a:cubicBezTo>
                <a:cubicBezTo>
                  <a:pt x="302" y="393"/>
                  <a:pt x="296" y="404"/>
                  <a:pt x="285" y="410"/>
                </a:cubicBezTo>
                <a:cubicBezTo>
                  <a:pt x="167" y="473"/>
                  <a:pt x="167" y="473"/>
                  <a:pt x="167" y="473"/>
                </a:cubicBezTo>
                <a:cubicBezTo>
                  <a:pt x="157" y="479"/>
                  <a:pt x="145" y="479"/>
                  <a:pt x="135" y="473"/>
                </a:cubicBezTo>
                <a:cubicBezTo>
                  <a:pt x="18" y="410"/>
                  <a:pt x="18" y="410"/>
                  <a:pt x="18" y="410"/>
                </a:cubicBezTo>
                <a:cubicBezTo>
                  <a:pt x="7" y="404"/>
                  <a:pt x="0" y="393"/>
                  <a:pt x="0" y="38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7" y="0"/>
                  <a:pt x="302" y="15"/>
                  <a:pt x="302" y="34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4165600" y="2086610"/>
            <a:ext cx="69786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第</a:t>
            </a:r>
            <a:r>
              <a:rPr lang="zh-CN" altLang="en-US" sz="2000" b="1" kern="0" dirty="0">
                <a:solidFill>
                  <a:schemeClr val="bg1"/>
                </a:solidFill>
                <a:cs typeface="+mn-ea"/>
                <a:sym typeface="+mn-lt"/>
              </a:rPr>
              <a:t>二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阶段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071620" y="2847975"/>
            <a:ext cx="86614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20XX.02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4166235" y="2828290"/>
            <a:ext cx="68643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 5"/>
          <p:cNvSpPr/>
          <p:nvPr/>
        </p:nvSpPr>
        <p:spPr bwMode="auto">
          <a:xfrm>
            <a:off x="6600825" y="1924050"/>
            <a:ext cx="946785" cy="1497330"/>
          </a:xfrm>
          <a:custGeom>
            <a:avLst/>
            <a:gdLst>
              <a:gd name="T0" fmla="*/ 302 w 302"/>
              <a:gd name="T1" fmla="*/ 34 h 479"/>
              <a:gd name="T2" fmla="*/ 302 w 302"/>
              <a:gd name="T3" fmla="*/ 380 h 479"/>
              <a:gd name="T4" fmla="*/ 285 w 302"/>
              <a:gd name="T5" fmla="*/ 410 h 479"/>
              <a:gd name="T6" fmla="*/ 167 w 302"/>
              <a:gd name="T7" fmla="*/ 473 h 479"/>
              <a:gd name="T8" fmla="*/ 135 w 302"/>
              <a:gd name="T9" fmla="*/ 473 h 479"/>
              <a:gd name="T10" fmla="*/ 18 w 302"/>
              <a:gd name="T11" fmla="*/ 410 h 479"/>
              <a:gd name="T12" fmla="*/ 0 w 302"/>
              <a:gd name="T13" fmla="*/ 380 h 479"/>
              <a:gd name="T14" fmla="*/ 0 w 302"/>
              <a:gd name="T15" fmla="*/ 34 h 479"/>
              <a:gd name="T16" fmla="*/ 34 w 302"/>
              <a:gd name="T17" fmla="*/ 0 h 479"/>
              <a:gd name="T18" fmla="*/ 268 w 302"/>
              <a:gd name="T19" fmla="*/ 0 h 479"/>
              <a:gd name="T20" fmla="*/ 302 w 302"/>
              <a:gd name="T21" fmla="*/ 34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2" h="479">
                <a:moveTo>
                  <a:pt x="302" y="34"/>
                </a:moveTo>
                <a:cubicBezTo>
                  <a:pt x="302" y="380"/>
                  <a:pt x="302" y="380"/>
                  <a:pt x="302" y="380"/>
                </a:cubicBezTo>
                <a:cubicBezTo>
                  <a:pt x="302" y="393"/>
                  <a:pt x="296" y="404"/>
                  <a:pt x="285" y="410"/>
                </a:cubicBezTo>
                <a:cubicBezTo>
                  <a:pt x="167" y="473"/>
                  <a:pt x="167" y="473"/>
                  <a:pt x="167" y="473"/>
                </a:cubicBezTo>
                <a:cubicBezTo>
                  <a:pt x="157" y="479"/>
                  <a:pt x="145" y="479"/>
                  <a:pt x="135" y="473"/>
                </a:cubicBezTo>
                <a:cubicBezTo>
                  <a:pt x="18" y="410"/>
                  <a:pt x="18" y="410"/>
                  <a:pt x="18" y="410"/>
                </a:cubicBezTo>
                <a:cubicBezTo>
                  <a:pt x="7" y="404"/>
                  <a:pt x="0" y="393"/>
                  <a:pt x="0" y="38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7" y="0"/>
                  <a:pt x="302" y="15"/>
                  <a:pt x="302" y="34"/>
                </a:cubicBezTo>
                <a:close/>
              </a:path>
            </a:pathLst>
          </a:custGeom>
          <a:solidFill>
            <a:srgbClr val="C00000">
              <a:alpha val="5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6730365" y="2078355"/>
            <a:ext cx="69786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第三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阶段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636385" y="2839720"/>
            <a:ext cx="86614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20XX.02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6731000" y="2820670"/>
            <a:ext cx="68643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reeform 5"/>
          <p:cNvSpPr/>
          <p:nvPr/>
        </p:nvSpPr>
        <p:spPr bwMode="auto">
          <a:xfrm>
            <a:off x="9165590" y="1915795"/>
            <a:ext cx="946785" cy="1497330"/>
          </a:xfrm>
          <a:custGeom>
            <a:avLst/>
            <a:gdLst>
              <a:gd name="T0" fmla="*/ 302 w 302"/>
              <a:gd name="T1" fmla="*/ 34 h 479"/>
              <a:gd name="T2" fmla="*/ 302 w 302"/>
              <a:gd name="T3" fmla="*/ 380 h 479"/>
              <a:gd name="T4" fmla="*/ 285 w 302"/>
              <a:gd name="T5" fmla="*/ 410 h 479"/>
              <a:gd name="T6" fmla="*/ 167 w 302"/>
              <a:gd name="T7" fmla="*/ 473 h 479"/>
              <a:gd name="T8" fmla="*/ 135 w 302"/>
              <a:gd name="T9" fmla="*/ 473 h 479"/>
              <a:gd name="T10" fmla="*/ 18 w 302"/>
              <a:gd name="T11" fmla="*/ 410 h 479"/>
              <a:gd name="T12" fmla="*/ 0 w 302"/>
              <a:gd name="T13" fmla="*/ 380 h 479"/>
              <a:gd name="T14" fmla="*/ 0 w 302"/>
              <a:gd name="T15" fmla="*/ 34 h 479"/>
              <a:gd name="T16" fmla="*/ 34 w 302"/>
              <a:gd name="T17" fmla="*/ 0 h 479"/>
              <a:gd name="T18" fmla="*/ 268 w 302"/>
              <a:gd name="T19" fmla="*/ 0 h 479"/>
              <a:gd name="T20" fmla="*/ 302 w 302"/>
              <a:gd name="T21" fmla="*/ 34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02" h="479">
                <a:moveTo>
                  <a:pt x="302" y="34"/>
                </a:moveTo>
                <a:cubicBezTo>
                  <a:pt x="302" y="380"/>
                  <a:pt x="302" y="380"/>
                  <a:pt x="302" y="380"/>
                </a:cubicBezTo>
                <a:cubicBezTo>
                  <a:pt x="302" y="393"/>
                  <a:pt x="296" y="404"/>
                  <a:pt x="285" y="410"/>
                </a:cubicBezTo>
                <a:cubicBezTo>
                  <a:pt x="167" y="473"/>
                  <a:pt x="167" y="473"/>
                  <a:pt x="167" y="473"/>
                </a:cubicBezTo>
                <a:cubicBezTo>
                  <a:pt x="157" y="479"/>
                  <a:pt x="145" y="479"/>
                  <a:pt x="135" y="473"/>
                </a:cubicBezTo>
                <a:cubicBezTo>
                  <a:pt x="18" y="410"/>
                  <a:pt x="18" y="410"/>
                  <a:pt x="18" y="410"/>
                </a:cubicBezTo>
                <a:cubicBezTo>
                  <a:pt x="7" y="404"/>
                  <a:pt x="0" y="393"/>
                  <a:pt x="0" y="380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5"/>
                  <a:pt x="15" y="0"/>
                  <a:pt x="34" y="0"/>
                </a:cubicBezTo>
                <a:cubicBezTo>
                  <a:pt x="268" y="0"/>
                  <a:pt x="268" y="0"/>
                  <a:pt x="268" y="0"/>
                </a:cubicBezTo>
                <a:cubicBezTo>
                  <a:pt x="287" y="0"/>
                  <a:pt x="302" y="15"/>
                  <a:pt x="302" y="34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9294495" y="2070735"/>
            <a:ext cx="69786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第四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阶段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201150" y="2832100"/>
            <a:ext cx="86614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20XX.02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71" name="直接连接符 70"/>
          <p:cNvCxnSpPr/>
          <p:nvPr/>
        </p:nvCxnSpPr>
        <p:spPr>
          <a:xfrm>
            <a:off x="9295765" y="2812415"/>
            <a:ext cx="68643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1106405" y="3754153"/>
            <a:ext cx="1630446" cy="2108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99111" y="3770029"/>
            <a:ext cx="1630446" cy="2108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91817" y="3785905"/>
            <a:ext cx="1630446" cy="2108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884523" y="3801781"/>
            <a:ext cx="1630446" cy="2108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4" name="箭头: V 形 14"/>
          <p:cNvSpPr/>
          <p:nvPr/>
        </p:nvSpPr>
        <p:spPr>
          <a:xfrm>
            <a:off x="2999024" y="4136231"/>
            <a:ext cx="421482" cy="1034195"/>
          </a:xfrm>
          <a:prstGeom prst="chevron">
            <a:avLst/>
          </a:prstGeom>
          <a:solidFill>
            <a:srgbClr val="C27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箭头: V 形 77"/>
          <p:cNvSpPr/>
          <p:nvPr/>
        </p:nvSpPr>
        <p:spPr>
          <a:xfrm>
            <a:off x="5608162" y="4138252"/>
            <a:ext cx="421482" cy="1034195"/>
          </a:xfrm>
          <a:prstGeom prst="chevron">
            <a:avLst/>
          </a:prstGeom>
          <a:solidFill>
            <a:srgbClr val="C27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1" name="箭头: V 形 100"/>
          <p:cNvSpPr/>
          <p:nvPr/>
        </p:nvSpPr>
        <p:spPr>
          <a:xfrm>
            <a:off x="8192652" y="4138252"/>
            <a:ext cx="421482" cy="1034195"/>
          </a:xfrm>
          <a:prstGeom prst="chevron">
            <a:avLst/>
          </a:prstGeom>
          <a:solidFill>
            <a:srgbClr val="C27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实施计划与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人员安排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796790" y="764381"/>
            <a:ext cx="6847840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实施计划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582272" y="1161081"/>
          <a:ext cx="11154910" cy="5103988"/>
        </p:xfrm>
        <a:graphic>
          <a:graphicData uri="http://schemas.openxmlformats.org/drawingml/2006/table">
            <a:tbl>
              <a:tblPr/>
              <a:tblGrid>
                <a:gridCol w="1775789"/>
                <a:gridCol w="7077206"/>
                <a:gridCol w="2301915"/>
              </a:tblGrid>
              <a:tr h="54714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年度</a:t>
                      </a:r>
                      <a:endParaRPr lang="zh-CN" altLang="en-US" sz="18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874" marR="37874" marT="25250" marB="2525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课题年度计划</a:t>
                      </a:r>
                      <a:endParaRPr lang="zh-CN" altLang="en-US" sz="18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874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考核指标</a:t>
                      </a:r>
                      <a:endParaRPr lang="zh-CN" altLang="en-US" sz="18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874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</a:tr>
              <a:tr h="8277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C27477"/>
                          </a:solidFill>
                          <a:effectLst/>
                          <a:latin typeface="+mn-ea"/>
                          <a:ea typeface="+mn-ea"/>
                        </a:rPr>
                        <a:t>20XX.01—20XX.06</a:t>
                      </a:r>
                      <a:endParaRPr lang="en-US" altLang="zh-CN" sz="1600" b="1" kern="100" dirty="0">
                        <a:solidFill>
                          <a:srgbClr val="C274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rgbClr val="C27477"/>
                          </a:solidFill>
                          <a:effectLst/>
                          <a:latin typeface="+mn-ea"/>
                          <a:ea typeface="+mn-ea"/>
                        </a:rPr>
                        <a:t>本模板内所有图片及字体仅供参考，请根据您的实际情况进行替换或更改，并根据实际情况编辑文字内容。</a:t>
                      </a:r>
                      <a:endParaRPr lang="zh-CN" altLang="en-US" sz="1400" kern="100" dirty="0">
                        <a:solidFill>
                          <a:srgbClr val="C274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kern="100" dirty="0">
                        <a:solidFill>
                          <a:srgbClr val="224C8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8277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C27477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20XX.01—20XX.06</a:t>
                      </a:r>
                      <a:endParaRPr kumimoji="0" lang="en-US" altLang="zh-CN" sz="16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C27477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1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rgbClr val="C27477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本模板内所有图片及字体仅供参考，请根据您的实际情况进行替换或更改，并根据实际情况编辑文字内容。</a:t>
                      </a:r>
                      <a:endParaRPr kumimoji="0" lang="zh-CN" alt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C27477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1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224C84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11000"/>
                      </a:srgbClr>
                    </a:solidFill>
                  </a:tcPr>
                </a:tc>
              </a:tr>
              <a:tr h="82779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C27477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20XX.01—20XX.06</a:t>
                      </a:r>
                      <a:endParaRPr kumimoji="0" lang="en-US" altLang="zh-CN" sz="16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C27477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solidFill>
                            <a:srgbClr val="C27477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本模板内所有图片及字体仅供参考，请根据您的实际情况进行替换或更改，并根据实际情况编辑文字内容。</a:t>
                      </a:r>
                      <a:endParaRPr kumimoji="0" lang="zh-CN" alt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C27477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224C84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8207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C27477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20XX.01—20XX.06</a:t>
                      </a:r>
                      <a:endParaRPr kumimoji="0" lang="en-US" altLang="zh-CN" sz="16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C27477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1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solidFill>
                            <a:srgbClr val="C27477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本模板内所有图片及字体仅供参考，请根据您的实际情况进行替换或更改，并根据实际情况编辑文字内容。</a:t>
                      </a:r>
                      <a:endParaRPr lang="zh-CN" altLang="en-US" sz="1600" kern="100" dirty="0">
                        <a:solidFill>
                          <a:srgbClr val="C274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1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600" kern="100" dirty="0">
                        <a:solidFill>
                          <a:srgbClr val="224C8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>
                        <a:alpha val="11000"/>
                      </a:srgbClr>
                    </a:solidFill>
                  </a:tcPr>
                </a:tc>
              </a:tr>
              <a:tr h="8207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C27477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20XX.01—20XX.06</a:t>
                      </a:r>
                      <a:endParaRPr kumimoji="0" lang="en-US" altLang="zh-CN" sz="16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C27477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solidFill>
                            <a:srgbClr val="C27477"/>
                          </a:solidFill>
                          <a:effectLst/>
                          <a:latin typeface="+mn-ea"/>
                          <a:ea typeface="+mn-ea"/>
                          <a:sym typeface="+mn-ea"/>
                        </a:rPr>
                        <a:t>本模板内所有图片及字体仅供参考，请根据您的实际情况进行替换或更改，并根据实际情况编辑文字内容。</a:t>
                      </a:r>
                      <a:endParaRPr lang="zh-CN" altLang="en-US" sz="1600" kern="100" dirty="0">
                        <a:solidFill>
                          <a:srgbClr val="C274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16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600" kern="100" dirty="0">
                        <a:solidFill>
                          <a:srgbClr val="224C84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0" marR="37874" marT="25250" marB="252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32037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546850" algn="l"/>
                        </a:tabLst>
                      </a:pPr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本课题应于</a:t>
                      </a:r>
                      <a:r>
                        <a:rPr lang="en-US" altLang="zh-CN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20XX</a:t>
                      </a:r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年</a:t>
                      </a:r>
                      <a:r>
                        <a:rPr lang="en-US" altLang="zh-CN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8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月前进行验收</a:t>
                      </a:r>
                      <a:endParaRPr lang="zh-CN" altLang="en-US" sz="18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7874" marR="37874" marT="25250" marB="25250" anchor="ctr">
                    <a:lnL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9BD5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 hMerge="1">
                  <a:tcPr/>
                </a:tc>
                <a:tc hMerge="1">
                  <a:tcPr marL="37874" marR="37874" marT="25250" marB="25250" anchor="ctr">
                    <a:lnL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实施计划与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人员安排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796790" y="764381"/>
            <a:ext cx="6847840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人员安排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aphicFrame>
        <p:nvGraphicFramePr>
          <p:cNvPr id="77" name="表格 76"/>
          <p:cNvGraphicFramePr>
            <a:graphicFrameLocks noGrp="1"/>
          </p:cNvGraphicFramePr>
          <p:nvPr/>
        </p:nvGraphicFramePr>
        <p:xfrm>
          <a:off x="466398" y="1408603"/>
          <a:ext cx="11116001" cy="4685153"/>
        </p:xfrm>
        <a:graphic>
          <a:graphicData uri="http://schemas.openxmlformats.org/drawingml/2006/table">
            <a:tbl>
              <a:tblPr firstRow="1" firstCol="1" bandRow="1"/>
              <a:tblGrid>
                <a:gridCol w="1943984"/>
                <a:gridCol w="1748608"/>
                <a:gridCol w="7423409"/>
              </a:tblGrid>
              <a:tr h="649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200" kern="100" dirty="0"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 </a:t>
                      </a:r>
                      <a:endParaRPr lang="zh-CN" sz="2200" kern="100" dirty="0"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Times New Roman" panose="02020603050405020304" pitchFamily="18" charset="0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200" kern="100" dirty="0"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姓名</a:t>
                      </a:r>
                      <a:endParaRPr lang="zh-CN" sz="2200" kern="100" dirty="0"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Times New Roman" panose="02020603050405020304" pitchFamily="18" charset="0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200" kern="100" dirty="0"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研究分工</a:t>
                      </a:r>
                      <a:endParaRPr lang="zh-CN" sz="2200" kern="100" dirty="0"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Times New Roman" panose="02020603050405020304" pitchFamily="18" charset="0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</a:tr>
              <a:tr h="16411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200" kern="100" dirty="0"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项目经理</a:t>
                      </a:r>
                      <a:endParaRPr lang="zh-CN" sz="2200" kern="100" dirty="0"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Times New Roman" panose="02020603050405020304" pitchFamily="18" charset="0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待用名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负责项目研究具体实施和协调跟进，</a:t>
                      </a: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项目</a:t>
                      </a: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研究过程中研讨会议组织及安排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8158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2200" kern="100" dirty="0"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项目组员</a:t>
                      </a:r>
                      <a:endParaRPr lang="zh-CN" sz="2200" kern="100" dirty="0"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Times New Roman" panose="02020603050405020304" pitchFamily="18" charset="0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200" b="1" kern="10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待用名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负责文献资料的搜集及整理归纳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8158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200" b="1" kern="10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待用名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负责</a:t>
                      </a: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项目</a:t>
                      </a: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研究过程相关观察记录工作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98158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待用名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负责</a:t>
                      </a: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sym typeface="汉仪旗黑-55简" panose="00020600040101010101" pitchFamily="18" charset="-122"/>
                        </a:rPr>
                        <a:t>项目</a:t>
                      </a:r>
                      <a:r>
                        <a:rPr lang="zh-CN" altLang="en-US" sz="2200" b="1" kern="100" dirty="0">
                          <a:solidFill>
                            <a:schemeClr val="tx1"/>
                          </a:solidFill>
                          <a:effectLst/>
                          <a:latin typeface="汉仪旗黑-55简" panose="00020600040101010101" pitchFamily="18" charset="-122"/>
                          <a:ea typeface="汉仪旗黑-55简" panose="00020600040101010101" pitchFamily="18" charset="-122"/>
                          <a:cs typeface="+mn-cs"/>
                          <a:sym typeface="汉仪旗黑-55简" panose="00020600040101010101" pitchFamily="18" charset="-122"/>
                        </a:rPr>
                        <a:t>相关图文、视频材料的汇总整合</a:t>
                      </a:r>
                      <a:endParaRPr lang="zh-CN" altLang="en-US" sz="2200" b="1" kern="100" dirty="0">
                        <a:solidFill>
                          <a:schemeClr val="tx1"/>
                        </a:solidFill>
                        <a:effectLst/>
                        <a:latin typeface="汉仪旗黑-55简" panose="00020600040101010101" pitchFamily="18" charset="-122"/>
                        <a:ea typeface="汉仪旗黑-55简" panose="00020600040101010101" pitchFamily="18" charset="-122"/>
                        <a:cs typeface="+mn-cs"/>
                        <a:sym typeface="汉仪旗黑-55简" panose="00020600040101010101" pitchFamily="18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实施计划与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人员安排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796790" y="764381"/>
            <a:ext cx="6847840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61572" y="340141"/>
            <a:ext cx="3528060" cy="398780"/>
            <a:chOff x="2818447" y="364271"/>
            <a:chExt cx="3528060" cy="398780"/>
          </a:xfrm>
        </p:grpSpPr>
        <p:sp>
          <p:nvSpPr>
            <p:cNvPr id="3" name="文本框 2"/>
            <p:cNvSpPr txBox="1"/>
            <p:nvPr/>
          </p:nvSpPr>
          <p:spPr>
            <a:xfrm>
              <a:off x="3174047" y="364271"/>
              <a:ext cx="317246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人员安排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en-US" altLang="zh-CN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7188042" y="1279954"/>
            <a:ext cx="3462814" cy="1036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Angles</a:t>
            </a:r>
            <a:endParaRPr lang="en-US" altLang="zh-CN" sz="3200" b="1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职称添加</a:t>
            </a:r>
            <a:endParaRPr lang="zh-CN" altLang="en-US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264173" y="2383151"/>
            <a:ext cx="2951390" cy="338554"/>
            <a:chOff x="6931580" y="2883264"/>
            <a:chExt cx="2951390" cy="338554"/>
          </a:xfrm>
        </p:grpSpPr>
        <p:sp>
          <p:nvSpPr>
            <p:cNvPr id="34" name="文本框 33"/>
            <p:cNvSpPr txBox="1"/>
            <p:nvPr/>
          </p:nvSpPr>
          <p:spPr>
            <a:xfrm>
              <a:off x="7209779" y="2883264"/>
              <a:ext cx="267319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职责：添加职责内容分工</a:t>
              </a:r>
              <a:endParaRPr lang="zh-CN" altLang="en-US" sz="16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6931580" y="2944478"/>
              <a:ext cx="216127" cy="216693"/>
              <a:chOff x="1358900" y="745648"/>
              <a:chExt cx="424815" cy="425928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1358900" y="745648"/>
                <a:ext cx="424815" cy="42481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39" name="Freeform 5"/>
              <p:cNvSpPr/>
              <p:nvPr/>
            </p:nvSpPr>
            <p:spPr bwMode="auto">
              <a:xfrm>
                <a:off x="1480908" y="851853"/>
                <a:ext cx="279601" cy="319723"/>
              </a:xfrm>
              <a:custGeom>
                <a:avLst/>
                <a:gdLst>
                  <a:gd name="T0" fmla="*/ 0 w 91"/>
                  <a:gd name="T1" fmla="*/ 0 h 105"/>
                  <a:gd name="T2" fmla="*/ 67 w 91"/>
                  <a:gd name="T3" fmla="*/ 40 h 105"/>
                  <a:gd name="T4" fmla="*/ 91 w 91"/>
                  <a:gd name="T5" fmla="*/ 69 h 105"/>
                  <a:gd name="T6" fmla="*/ 32 w 91"/>
                  <a:gd name="T7" fmla="*/ 105 h 105"/>
                  <a:gd name="T8" fmla="*/ 19 w 91"/>
                  <a:gd name="T9" fmla="*/ 103 h 105"/>
                  <a:gd name="T10" fmla="*/ 0 w 91"/>
                  <a:gd name="T11" fmla="*/ 80 h 105"/>
                  <a:gd name="T12" fmla="*/ 0 w 91"/>
                  <a:gd name="T13" fmla="*/ 79 h 105"/>
                  <a:gd name="T14" fmla="*/ 26 w 91"/>
                  <a:gd name="T15" fmla="*/ 40 h 105"/>
                  <a:gd name="T16" fmla="*/ 0 w 91"/>
                  <a:gd name="T17" fmla="*/ 1 h 105"/>
                  <a:gd name="T18" fmla="*/ 0 w 91"/>
                  <a:gd name="T1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105">
                    <a:moveTo>
                      <a:pt x="0" y="0"/>
                    </a:moveTo>
                    <a:cubicBezTo>
                      <a:pt x="67" y="40"/>
                      <a:pt x="67" y="40"/>
                      <a:pt x="67" y="40"/>
                    </a:cubicBezTo>
                    <a:cubicBezTo>
                      <a:pt x="91" y="69"/>
                      <a:pt x="91" y="69"/>
                      <a:pt x="91" y="69"/>
                    </a:cubicBezTo>
                    <a:cubicBezTo>
                      <a:pt x="79" y="90"/>
                      <a:pt x="57" y="105"/>
                      <a:pt x="32" y="105"/>
                    </a:cubicBezTo>
                    <a:cubicBezTo>
                      <a:pt x="27" y="105"/>
                      <a:pt x="23" y="104"/>
                      <a:pt x="19" y="103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0" name="任意多边形: 形状 33"/>
              <p:cNvSpPr/>
              <p:nvPr/>
            </p:nvSpPr>
            <p:spPr>
              <a:xfrm rot="5400000">
                <a:off x="1452772" y="859059"/>
                <a:ext cx="248927" cy="214593"/>
              </a:xfrm>
              <a:custGeom>
                <a:avLst/>
                <a:gdLst>
                  <a:gd name="connsiteX0" fmla="*/ 0 w 861060"/>
                  <a:gd name="connsiteY0" fmla="*/ 742294 h 742294"/>
                  <a:gd name="connsiteX1" fmla="*/ 430530 w 861060"/>
                  <a:gd name="connsiteY1" fmla="*/ 0 h 742294"/>
                  <a:gd name="connsiteX2" fmla="*/ 861060 w 861060"/>
                  <a:gd name="connsiteY2" fmla="*/ 742294 h 742294"/>
                  <a:gd name="connsiteX3" fmla="*/ 860126 w 861060"/>
                  <a:gd name="connsiteY3" fmla="*/ 742294 h 742294"/>
                  <a:gd name="connsiteX4" fmla="*/ 430530 w 861060"/>
                  <a:gd name="connsiteY4" fmla="*/ 454314 h 742294"/>
                  <a:gd name="connsiteX5" fmla="*/ 932 w 861060"/>
                  <a:gd name="connsiteY5" fmla="*/ 742294 h 742294"/>
                  <a:gd name="connsiteX6" fmla="*/ 0 w 861060"/>
                  <a:gd name="connsiteY6" fmla="*/ 742294 h 742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1060" h="742294">
                    <a:moveTo>
                      <a:pt x="0" y="742294"/>
                    </a:moveTo>
                    <a:lnTo>
                      <a:pt x="430530" y="0"/>
                    </a:lnTo>
                    <a:lnTo>
                      <a:pt x="861060" y="742294"/>
                    </a:lnTo>
                    <a:lnTo>
                      <a:pt x="860126" y="742294"/>
                    </a:lnTo>
                    <a:lnTo>
                      <a:pt x="430530" y="454314"/>
                    </a:lnTo>
                    <a:lnTo>
                      <a:pt x="932" y="742294"/>
                    </a:lnTo>
                    <a:lnTo>
                      <a:pt x="0" y="74229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5151120" y="977312"/>
            <a:ext cx="1855391" cy="1855391"/>
            <a:chOff x="4839107" y="1368788"/>
            <a:chExt cx="1855391" cy="1855391"/>
          </a:xfrm>
        </p:grpSpPr>
        <p:pic>
          <p:nvPicPr>
            <p:cNvPr id="42" name="图片 41"/>
            <p:cNvPicPr>
              <a:picLocks noChangeAspect="1"/>
            </p:cNvPicPr>
            <p:nvPr/>
          </p:nvPicPr>
          <p:blipFill rotWithShape="1">
            <a:blip r:embed="rId1" cstate="screen"/>
            <a:srcRect/>
            <a:stretch>
              <a:fillRect/>
            </a:stretch>
          </p:blipFill>
          <p:spPr>
            <a:xfrm>
              <a:off x="4845367" y="1386845"/>
              <a:ext cx="1835257" cy="1835257"/>
            </a:xfrm>
            <a:prstGeom prst="ellipse">
              <a:avLst/>
            </a:prstGeom>
          </p:spPr>
        </p:pic>
        <p:sp>
          <p:nvSpPr>
            <p:cNvPr id="43" name="弦形 42"/>
            <p:cNvSpPr/>
            <p:nvPr/>
          </p:nvSpPr>
          <p:spPr>
            <a:xfrm>
              <a:off x="4839107" y="1368788"/>
              <a:ext cx="1855391" cy="1855391"/>
            </a:xfrm>
            <a:prstGeom prst="chord">
              <a:avLst>
                <a:gd name="adj1" fmla="val 1934915"/>
                <a:gd name="adj2" fmla="val 8998638"/>
              </a:avLst>
            </a:prstGeom>
            <a:solidFill>
              <a:srgbClr val="99000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115967" y="2800713"/>
              <a:ext cx="1269365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项目经理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2477818" y="2844165"/>
            <a:ext cx="7227577" cy="325756"/>
            <a:chOff x="2149205" y="2844556"/>
            <a:chExt cx="7227577" cy="1487575"/>
          </a:xfrm>
        </p:grpSpPr>
        <p:cxnSp>
          <p:nvCxnSpPr>
            <p:cNvPr id="46" name="直接连接符 45"/>
            <p:cNvCxnSpPr/>
            <p:nvPr/>
          </p:nvCxnSpPr>
          <p:spPr>
            <a:xfrm>
              <a:off x="5762994" y="2844556"/>
              <a:ext cx="0" cy="1300727"/>
            </a:xfrm>
            <a:prstGeom prst="line">
              <a:avLst/>
            </a:prstGeom>
            <a:ln w="19050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左中括号 46"/>
            <p:cNvSpPr/>
            <p:nvPr/>
          </p:nvSpPr>
          <p:spPr>
            <a:xfrm rot="5400000">
              <a:off x="5427718" y="383067"/>
              <a:ext cx="670551" cy="7227577"/>
            </a:xfrm>
            <a:prstGeom prst="leftBracket">
              <a:avLst>
                <a:gd name="adj" fmla="val 0"/>
              </a:avLst>
            </a:prstGeom>
            <a:ln w="19050"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1751318" y="3151654"/>
            <a:ext cx="1470573" cy="1484112"/>
            <a:chOff x="4838164" y="1369112"/>
            <a:chExt cx="1853658" cy="1870723"/>
          </a:xfrm>
        </p:grpSpPr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4845367" y="1386845"/>
              <a:ext cx="1835257" cy="1835257"/>
            </a:xfrm>
            <a:prstGeom prst="ellipse">
              <a:avLst/>
            </a:prstGeom>
          </p:spPr>
        </p:pic>
        <p:sp>
          <p:nvSpPr>
            <p:cNvPr id="50" name="弦形 49"/>
            <p:cNvSpPr/>
            <p:nvPr/>
          </p:nvSpPr>
          <p:spPr>
            <a:xfrm>
              <a:off x="4838164" y="1369112"/>
              <a:ext cx="1853658" cy="1853657"/>
            </a:xfrm>
            <a:prstGeom prst="chord">
              <a:avLst>
                <a:gd name="adj1" fmla="val 1934915"/>
                <a:gd name="adj2" fmla="val 8998638"/>
              </a:avLst>
            </a:prstGeom>
            <a:solidFill>
              <a:srgbClr val="99000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245925" y="2774292"/>
              <a:ext cx="1072446" cy="465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组员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1822939" y="4635766"/>
            <a:ext cx="1309755" cy="80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400" b="1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Angles</a:t>
            </a:r>
            <a:endParaRPr lang="en-US" altLang="zh-CN" sz="2400" b="1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职称添加</a:t>
            </a:r>
            <a:endParaRPr lang="zh-CN" altLang="en-US" sz="14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1134665" y="5507506"/>
            <a:ext cx="2934004" cy="307777"/>
            <a:chOff x="6931580" y="2927004"/>
            <a:chExt cx="2934004" cy="307777"/>
          </a:xfrm>
        </p:grpSpPr>
        <p:sp>
          <p:nvSpPr>
            <p:cNvPr id="54" name="文本框 53"/>
            <p:cNvSpPr txBox="1"/>
            <p:nvPr/>
          </p:nvSpPr>
          <p:spPr>
            <a:xfrm>
              <a:off x="7192393" y="2927004"/>
              <a:ext cx="26731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职责：添加职责内容分工</a:t>
              </a:r>
              <a:endParaRPr lang="zh-CN" altLang="en-US" sz="14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55" name="组合 54"/>
            <p:cNvGrpSpPr/>
            <p:nvPr/>
          </p:nvGrpSpPr>
          <p:grpSpPr>
            <a:xfrm>
              <a:off x="6931580" y="2944478"/>
              <a:ext cx="216127" cy="216693"/>
              <a:chOff x="1358900" y="745648"/>
              <a:chExt cx="424815" cy="425928"/>
            </a:xfrm>
          </p:grpSpPr>
          <p:sp>
            <p:nvSpPr>
              <p:cNvPr id="56" name="椭圆 55"/>
              <p:cNvSpPr/>
              <p:nvPr/>
            </p:nvSpPr>
            <p:spPr>
              <a:xfrm>
                <a:off x="1358900" y="745648"/>
                <a:ext cx="424815" cy="42481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57" name="Freeform 5"/>
              <p:cNvSpPr/>
              <p:nvPr/>
            </p:nvSpPr>
            <p:spPr bwMode="auto">
              <a:xfrm>
                <a:off x="1480908" y="851853"/>
                <a:ext cx="279601" cy="319723"/>
              </a:xfrm>
              <a:custGeom>
                <a:avLst/>
                <a:gdLst>
                  <a:gd name="T0" fmla="*/ 0 w 91"/>
                  <a:gd name="T1" fmla="*/ 0 h 105"/>
                  <a:gd name="T2" fmla="*/ 67 w 91"/>
                  <a:gd name="T3" fmla="*/ 40 h 105"/>
                  <a:gd name="T4" fmla="*/ 91 w 91"/>
                  <a:gd name="T5" fmla="*/ 69 h 105"/>
                  <a:gd name="T6" fmla="*/ 32 w 91"/>
                  <a:gd name="T7" fmla="*/ 105 h 105"/>
                  <a:gd name="T8" fmla="*/ 19 w 91"/>
                  <a:gd name="T9" fmla="*/ 103 h 105"/>
                  <a:gd name="T10" fmla="*/ 0 w 91"/>
                  <a:gd name="T11" fmla="*/ 80 h 105"/>
                  <a:gd name="T12" fmla="*/ 0 w 91"/>
                  <a:gd name="T13" fmla="*/ 79 h 105"/>
                  <a:gd name="T14" fmla="*/ 26 w 91"/>
                  <a:gd name="T15" fmla="*/ 40 h 105"/>
                  <a:gd name="T16" fmla="*/ 0 w 91"/>
                  <a:gd name="T17" fmla="*/ 1 h 105"/>
                  <a:gd name="T18" fmla="*/ 0 w 91"/>
                  <a:gd name="T1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105">
                    <a:moveTo>
                      <a:pt x="0" y="0"/>
                    </a:moveTo>
                    <a:cubicBezTo>
                      <a:pt x="67" y="40"/>
                      <a:pt x="67" y="40"/>
                      <a:pt x="67" y="40"/>
                    </a:cubicBezTo>
                    <a:cubicBezTo>
                      <a:pt x="91" y="69"/>
                      <a:pt x="91" y="69"/>
                      <a:pt x="91" y="69"/>
                    </a:cubicBezTo>
                    <a:cubicBezTo>
                      <a:pt x="79" y="90"/>
                      <a:pt x="57" y="105"/>
                      <a:pt x="32" y="105"/>
                    </a:cubicBezTo>
                    <a:cubicBezTo>
                      <a:pt x="27" y="105"/>
                      <a:pt x="23" y="104"/>
                      <a:pt x="19" y="103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2" name="任意多边形: 形状 53"/>
              <p:cNvSpPr/>
              <p:nvPr/>
            </p:nvSpPr>
            <p:spPr>
              <a:xfrm rot="5400000">
                <a:off x="1452772" y="859059"/>
                <a:ext cx="248927" cy="214593"/>
              </a:xfrm>
              <a:custGeom>
                <a:avLst/>
                <a:gdLst>
                  <a:gd name="connsiteX0" fmla="*/ 0 w 861060"/>
                  <a:gd name="connsiteY0" fmla="*/ 742294 h 742294"/>
                  <a:gd name="connsiteX1" fmla="*/ 430530 w 861060"/>
                  <a:gd name="connsiteY1" fmla="*/ 0 h 742294"/>
                  <a:gd name="connsiteX2" fmla="*/ 861060 w 861060"/>
                  <a:gd name="connsiteY2" fmla="*/ 742294 h 742294"/>
                  <a:gd name="connsiteX3" fmla="*/ 860126 w 861060"/>
                  <a:gd name="connsiteY3" fmla="*/ 742294 h 742294"/>
                  <a:gd name="connsiteX4" fmla="*/ 430530 w 861060"/>
                  <a:gd name="connsiteY4" fmla="*/ 454314 h 742294"/>
                  <a:gd name="connsiteX5" fmla="*/ 932 w 861060"/>
                  <a:gd name="connsiteY5" fmla="*/ 742294 h 742294"/>
                  <a:gd name="connsiteX6" fmla="*/ 0 w 861060"/>
                  <a:gd name="connsiteY6" fmla="*/ 742294 h 742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1060" h="742294">
                    <a:moveTo>
                      <a:pt x="0" y="742294"/>
                    </a:moveTo>
                    <a:lnTo>
                      <a:pt x="430530" y="0"/>
                    </a:lnTo>
                    <a:lnTo>
                      <a:pt x="861060" y="742294"/>
                    </a:lnTo>
                    <a:lnTo>
                      <a:pt x="860126" y="742294"/>
                    </a:lnTo>
                    <a:lnTo>
                      <a:pt x="430530" y="454314"/>
                    </a:lnTo>
                    <a:lnTo>
                      <a:pt x="932" y="742294"/>
                    </a:lnTo>
                    <a:lnTo>
                      <a:pt x="0" y="74229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65" name="组合 64"/>
          <p:cNvGrpSpPr/>
          <p:nvPr/>
        </p:nvGrpSpPr>
        <p:grpSpPr>
          <a:xfrm>
            <a:off x="5356320" y="3151654"/>
            <a:ext cx="1470573" cy="1484112"/>
            <a:chOff x="4838164" y="1369112"/>
            <a:chExt cx="1853658" cy="1870723"/>
          </a:xfrm>
        </p:grpSpPr>
        <p:pic>
          <p:nvPicPr>
            <p:cNvPr id="66" name="图片 65"/>
            <p:cNvPicPr>
              <a:picLocks noChangeAspect="1"/>
            </p:cNvPicPr>
            <p:nvPr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4845367" y="1386845"/>
              <a:ext cx="1835257" cy="1835257"/>
            </a:xfrm>
            <a:prstGeom prst="ellipse">
              <a:avLst/>
            </a:prstGeom>
          </p:spPr>
        </p:pic>
        <p:sp>
          <p:nvSpPr>
            <p:cNvPr id="67" name="弦形 66"/>
            <p:cNvSpPr/>
            <p:nvPr/>
          </p:nvSpPr>
          <p:spPr>
            <a:xfrm>
              <a:off x="4838164" y="1369112"/>
              <a:ext cx="1853658" cy="1853657"/>
            </a:xfrm>
            <a:prstGeom prst="chord">
              <a:avLst>
                <a:gd name="adj1" fmla="val 1934915"/>
                <a:gd name="adj2" fmla="val 8998638"/>
              </a:avLst>
            </a:prstGeom>
            <a:solidFill>
              <a:srgbClr val="99000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5245925" y="2774292"/>
              <a:ext cx="1072446" cy="465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组员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5427941" y="4635766"/>
            <a:ext cx="1309755" cy="80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400" b="1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Angles</a:t>
            </a:r>
            <a:endParaRPr lang="en-US" altLang="zh-CN" sz="2400" b="1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职称添加</a:t>
            </a:r>
            <a:endParaRPr lang="zh-CN" altLang="en-US" sz="14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8961322" y="3151654"/>
            <a:ext cx="1470573" cy="1484112"/>
            <a:chOff x="4838164" y="1369112"/>
            <a:chExt cx="1853658" cy="1870723"/>
          </a:xfrm>
        </p:grpSpPr>
        <p:pic>
          <p:nvPicPr>
            <p:cNvPr id="71" name="图片 70"/>
            <p:cNvPicPr>
              <a:picLocks noChangeAspect="1"/>
            </p:cNvPicPr>
            <p:nvPr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4845367" y="1386845"/>
              <a:ext cx="1835257" cy="1835257"/>
            </a:xfrm>
            <a:prstGeom prst="ellipse">
              <a:avLst/>
            </a:prstGeom>
          </p:spPr>
        </p:pic>
        <p:sp>
          <p:nvSpPr>
            <p:cNvPr id="72" name="弦形 71"/>
            <p:cNvSpPr/>
            <p:nvPr/>
          </p:nvSpPr>
          <p:spPr>
            <a:xfrm>
              <a:off x="4838164" y="1369112"/>
              <a:ext cx="1853658" cy="1853657"/>
            </a:xfrm>
            <a:prstGeom prst="chord">
              <a:avLst>
                <a:gd name="adj1" fmla="val 1934915"/>
                <a:gd name="adj2" fmla="val 8998638"/>
              </a:avLst>
            </a:prstGeom>
            <a:solidFill>
              <a:srgbClr val="990000">
                <a:alpha val="8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5245925" y="2774292"/>
              <a:ext cx="1072446" cy="465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组员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83" name="文本框 82"/>
          <p:cNvSpPr txBox="1"/>
          <p:nvPr/>
        </p:nvSpPr>
        <p:spPr>
          <a:xfrm>
            <a:off x="9032943" y="4635766"/>
            <a:ext cx="1309755" cy="80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sz="2400" b="1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Angles</a:t>
            </a:r>
            <a:endParaRPr lang="en-US" altLang="zh-CN" sz="2400" b="1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14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职称添加</a:t>
            </a:r>
            <a:endParaRPr lang="zh-CN" altLang="en-US" sz="1400" dirty="0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4756823" y="5507506"/>
            <a:ext cx="2934004" cy="307777"/>
            <a:chOff x="6931580" y="2927004"/>
            <a:chExt cx="2934004" cy="307777"/>
          </a:xfrm>
        </p:grpSpPr>
        <p:sp>
          <p:nvSpPr>
            <p:cNvPr id="85" name="文本框 84"/>
            <p:cNvSpPr txBox="1"/>
            <p:nvPr/>
          </p:nvSpPr>
          <p:spPr>
            <a:xfrm>
              <a:off x="7192393" y="2927004"/>
              <a:ext cx="26731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职责：添加职责内容分工</a:t>
              </a:r>
              <a:endParaRPr lang="zh-CN" altLang="en-US" sz="14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86" name="组合 85"/>
            <p:cNvGrpSpPr/>
            <p:nvPr/>
          </p:nvGrpSpPr>
          <p:grpSpPr>
            <a:xfrm>
              <a:off x="6931580" y="2944478"/>
              <a:ext cx="216127" cy="216693"/>
              <a:chOff x="1358900" y="745648"/>
              <a:chExt cx="424815" cy="425928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1358900" y="745648"/>
                <a:ext cx="424815" cy="42481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88" name="Freeform 5"/>
              <p:cNvSpPr/>
              <p:nvPr/>
            </p:nvSpPr>
            <p:spPr bwMode="auto">
              <a:xfrm>
                <a:off x="1480908" y="851853"/>
                <a:ext cx="279601" cy="319723"/>
              </a:xfrm>
              <a:custGeom>
                <a:avLst/>
                <a:gdLst>
                  <a:gd name="T0" fmla="*/ 0 w 91"/>
                  <a:gd name="T1" fmla="*/ 0 h 105"/>
                  <a:gd name="T2" fmla="*/ 67 w 91"/>
                  <a:gd name="T3" fmla="*/ 40 h 105"/>
                  <a:gd name="T4" fmla="*/ 91 w 91"/>
                  <a:gd name="T5" fmla="*/ 69 h 105"/>
                  <a:gd name="T6" fmla="*/ 32 w 91"/>
                  <a:gd name="T7" fmla="*/ 105 h 105"/>
                  <a:gd name="T8" fmla="*/ 19 w 91"/>
                  <a:gd name="T9" fmla="*/ 103 h 105"/>
                  <a:gd name="T10" fmla="*/ 0 w 91"/>
                  <a:gd name="T11" fmla="*/ 80 h 105"/>
                  <a:gd name="T12" fmla="*/ 0 w 91"/>
                  <a:gd name="T13" fmla="*/ 79 h 105"/>
                  <a:gd name="T14" fmla="*/ 26 w 91"/>
                  <a:gd name="T15" fmla="*/ 40 h 105"/>
                  <a:gd name="T16" fmla="*/ 0 w 91"/>
                  <a:gd name="T17" fmla="*/ 1 h 105"/>
                  <a:gd name="T18" fmla="*/ 0 w 91"/>
                  <a:gd name="T1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105">
                    <a:moveTo>
                      <a:pt x="0" y="0"/>
                    </a:moveTo>
                    <a:cubicBezTo>
                      <a:pt x="67" y="40"/>
                      <a:pt x="67" y="40"/>
                      <a:pt x="67" y="40"/>
                    </a:cubicBezTo>
                    <a:cubicBezTo>
                      <a:pt x="91" y="69"/>
                      <a:pt x="91" y="69"/>
                      <a:pt x="91" y="69"/>
                    </a:cubicBezTo>
                    <a:cubicBezTo>
                      <a:pt x="79" y="90"/>
                      <a:pt x="57" y="105"/>
                      <a:pt x="32" y="105"/>
                    </a:cubicBezTo>
                    <a:cubicBezTo>
                      <a:pt x="27" y="105"/>
                      <a:pt x="23" y="104"/>
                      <a:pt x="19" y="103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89" name="任意多边形: 形状 81"/>
              <p:cNvSpPr/>
              <p:nvPr/>
            </p:nvSpPr>
            <p:spPr>
              <a:xfrm rot="5400000">
                <a:off x="1452772" y="859059"/>
                <a:ext cx="248927" cy="214593"/>
              </a:xfrm>
              <a:custGeom>
                <a:avLst/>
                <a:gdLst>
                  <a:gd name="connsiteX0" fmla="*/ 0 w 861060"/>
                  <a:gd name="connsiteY0" fmla="*/ 742294 h 742294"/>
                  <a:gd name="connsiteX1" fmla="*/ 430530 w 861060"/>
                  <a:gd name="connsiteY1" fmla="*/ 0 h 742294"/>
                  <a:gd name="connsiteX2" fmla="*/ 861060 w 861060"/>
                  <a:gd name="connsiteY2" fmla="*/ 742294 h 742294"/>
                  <a:gd name="connsiteX3" fmla="*/ 860126 w 861060"/>
                  <a:gd name="connsiteY3" fmla="*/ 742294 h 742294"/>
                  <a:gd name="connsiteX4" fmla="*/ 430530 w 861060"/>
                  <a:gd name="connsiteY4" fmla="*/ 454314 h 742294"/>
                  <a:gd name="connsiteX5" fmla="*/ 932 w 861060"/>
                  <a:gd name="connsiteY5" fmla="*/ 742294 h 742294"/>
                  <a:gd name="connsiteX6" fmla="*/ 0 w 861060"/>
                  <a:gd name="connsiteY6" fmla="*/ 742294 h 742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1060" h="742294">
                    <a:moveTo>
                      <a:pt x="0" y="742294"/>
                    </a:moveTo>
                    <a:lnTo>
                      <a:pt x="430530" y="0"/>
                    </a:lnTo>
                    <a:lnTo>
                      <a:pt x="861060" y="742294"/>
                    </a:lnTo>
                    <a:lnTo>
                      <a:pt x="860126" y="742294"/>
                    </a:lnTo>
                    <a:lnTo>
                      <a:pt x="430530" y="454314"/>
                    </a:lnTo>
                    <a:lnTo>
                      <a:pt x="932" y="742294"/>
                    </a:lnTo>
                    <a:lnTo>
                      <a:pt x="0" y="74229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pSp>
        <p:nvGrpSpPr>
          <p:cNvPr id="131" name="组合 130"/>
          <p:cNvGrpSpPr/>
          <p:nvPr/>
        </p:nvGrpSpPr>
        <p:grpSpPr>
          <a:xfrm>
            <a:off x="8378981" y="5507506"/>
            <a:ext cx="2934004" cy="307777"/>
            <a:chOff x="6931580" y="2927004"/>
            <a:chExt cx="2934004" cy="307777"/>
          </a:xfrm>
        </p:grpSpPr>
        <p:sp>
          <p:nvSpPr>
            <p:cNvPr id="132" name="文本框 131"/>
            <p:cNvSpPr txBox="1"/>
            <p:nvPr/>
          </p:nvSpPr>
          <p:spPr>
            <a:xfrm>
              <a:off x="7192393" y="2927004"/>
              <a:ext cx="26731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职责：添加职责内容分工</a:t>
              </a:r>
              <a:endParaRPr lang="zh-CN" altLang="en-US" sz="1400" dirty="0"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133" name="组合 132"/>
            <p:cNvGrpSpPr/>
            <p:nvPr/>
          </p:nvGrpSpPr>
          <p:grpSpPr>
            <a:xfrm>
              <a:off x="6931580" y="2944478"/>
              <a:ext cx="216127" cy="216693"/>
              <a:chOff x="1358900" y="745648"/>
              <a:chExt cx="424815" cy="425928"/>
            </a:xfrm>
          </p:grpSpPr>
          <p:sp>
            <p:nvSpPr>
              <p:cNvPr id="134" name="椭圆 133"/>
              <p:cNvSpPr/>
              <p:nvPr/>
            </p:nvSpPr>
            <p:spPr>
              <a:xfrm>
                <a:off x="1358900" y="745648"/>
                <a:ext cx="424815" cy="424815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47" name="Freeform 5"/>
              <p:cNvSpPr/>
              <p:nvPr/>
            </p:nvSpPr>
            <p:spPr bwMode="auto">
              <a:xfrm>
                <a:off x="1480908" y="851853"/>
                <a:ext cx="279601" cy="319723"/>
              </a:xfrm>
              <a:custGeom>
                <a:avLst/>
                <a:gdLst>
                  <a:gd name="T0" fmla="*/ 0 w 91"/>
                  <a:gd name="T1" fmla="*/ 0 h 105"/>
                  <a:gd name="T2" fmla="*/ 67 w 91"/>
                  <a:gd name="T3" fmla="*/ 40 h 105"/>
                  <a:gd name="T4" fmla="*/ 91 w 91"/>
                  <a:gd name="T5" fmla="*/ 69 h 105"/>
                  <a:gd name="T6" fmla="*/ 32 w 91"/>
                  <a:gd name="T7" fmla="*/ 105 h 105"/>
                  <a:gd name="T8" fmla="*/ 19 w 91"/>
                  <a:gd name="T9" fmla="*/ 103 h 105"/>
                  <a:gd name="T10" fmla="*/ 0 w 91"/>
                  <a:gd name="T11" fmla="*/ 80 h 105"/>
                  <a:gd name="T12" fmla="*/ 0 w 91"/>
                  <a:gd name="T13" fmla="*/ 79 h 105"/>
                  <a:gd name="T14" fmla="*/ 26 w 91"/>
                  <a:gd name="T15" fmla="*/ 40 h 105"/>
                  <a:gd name="T16" fmla="*/ 0 w 91"/>
                  <a:gd name="T17" fmla="*/ 1 h 105"/>
                  <a:gd name="T18" fmla="*/ 0 w 91"/>
                  <a:gd name="T1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105">
                    <a:moveTo>
                      <a:pt x="0" y="0"/>
                    </a:moveTo>
                    <a:cubicBezTo>
                      <a:pt x="67" y="40"/>
                      <a:pt x="67" y="40"/>
                      <a:pt x="67" y="40"/>
                    </a:cubicBezTo>
                    <a:cubicBezTo>
                      <a:pt x="91" y="69"/>
                      <a:pt x="91" y="69"/>
                      <a:pt x="91" y="69"/>
                    </a:cubicBezTo>
                    <a:cubicBezTo>
                      <a:pt x="79" y="90"/>
                      <a:pt x="57" y="105"/>
                      <a:pt x="32" y="105"/>
                    </a:cubicBezTo>
                    <a:cubicBezTo>
                      <a:pt x="27" y="105"/>
                      <a:pt x="23" y="104"/>
                      <a:pt x="19" y="103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26" y="40"/>
                      <a:pt x="26" y="40"/>
                      <a:pt x="26" y="40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48" name="任意多边形: 形状 87"/>
              <p:cNvSpPr/>
              <p:nvPr/>
            </p:nvSpPr>
            <p:spPr>
              <a:xfrm rot="5400000">
                <a:off x="1452772" y="859059"/>
                <a:ext cx="248927" cy="214593"/>
              </a:xfrm>
              <a:custGeom>
                <a:avLst/>
                <a:gdLst>
                  <a:gd name="connsiteX0" fmla="*/ 0 w 861060"/>
                  <a:gd name="connsiteY0" fmla="*/ 742294 h 742294"/>
                  <a:gd name="connsiteX1" fmla="*/ 430530 w 861060"/>
                  <a:gd name="connsiteY1" fmla="*/ 0 h 742294"/>
                  <a:gd name="connsiteX2" fmla="*/ 861060 w 861060"/>
                  <a:gd name="connsiteY2" fmla="*/ 742294 h 742294"/>
                  <a:gd name="connsiteX3" fmla="*/ 860126 w 861060"/>
                  <a:gd name="connsiteY3" fmla="*/ 742294 h 742294"/>
                  <a:gd name="connsiteX4" fmla="*/ 430530 w 861060"/>
                  <a:gd name="connsiteY4" fmla="*/ 454314 h 742294"/>
                  <a:gd name="connsiteX5" fmla="*/ 932 w 861060"/>
                  <a:gd name="connsiteY5" fmla="*/ 742294 h 742294"/>
                  <a:gd name="connsiteX6" fmla="*/ 0 w 861060"/>
                  <a:gd name="connsiteY6" fmla="*/ 742294 h 742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1060" h="742294">
                    <a:moveTo>
                      <a:pt x="0" y="742294"/>
                    </a:moveTo>
                    <a:lnTo>
                      <a:pt x="430530" y="0"/>
                    </a:lnTo>
                    <a:lnTo>
                      <a:pt x="861060" y="742294"/>
                    </a:lnTo>
                    <a:lnTo>
                      <a:pt x="860126" y="742294"/>
                    </a:lnTo>
                    <a:lnTo>
                      <a:pt x="430530" y="454314"/>
                    </a:lnTo>
                    <a:lnTo>
                      <a:pt x="932" y="742294"/>
                    </a:lnTo>
                    <a:lnTo>
                      <a:pt x="0" y="74229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600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顶角 20"/>
          <p:cNvSpPr/>
          <p:nvPr/>
        </p:nvSpPr>
        <p:spPr>
          <a:xfrm rot="16200000">
            <a:off x="11541290" y="366062"/>
            <a:ext cx="472440" cy="56990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2" name="arrowhead-thin-outline-to-the-left_32542"/>
          <p:cNvSpPr/>
          <p:nvPr/>
        </p:nvSpPr>
        <p:spPr>
          <a:xfrm flipH="1">
            <a:off x="11705471" y="527685"/>
            <a:ext cx="139226" cy="244228"/>
          </a:xfrm>
          <a:custGeom>
            <a:avLst/>
            <a:gdLst>
              <a:gd name="T0" fmla="*/ 602275 w 602487"/>
              <a:gd name="T1" fmla="*/ 602275 w 602487"/>
              <a:gd name="T2" fmla="*/ 602275 w 602487"/>
              <a:gd name="T3" fmla="*/ 602275 w 602487"/>
              <a:gd name="T4" fmla="*/ 602275 w 602487"/>
              <a:gd name="T5" fmla="*/ 602275 w 602487"/>
              <a:gd name="T6" fmla="*/ 602275 w 602487"/>
              <a:gd name="T7" fmla="*/ 602275 w 602487"/>
              <a:gd name="T8" fmla="*/ 602275 w 602487"/>
              <a:gd name="T9" fmla="*/ 602275 w 602487"/>
              <a:gd name="T10" fmla="*/ 602275 w 602487"/>
              <a:gd name="T11" fmla="*/ 602275 w 602487"/>
              <a:gd name="T12" fmla="*/ 602275 w 602487"/>
              <a:gd name="T13" fmla="*/ 602275 w 602487"/>
              <a:gd name="T14" fmla="*/ 602275 w 602487"/>
              <a:gd name="T15" fmla="*/ 602275 w 602487"/>
              <a:gd name="T16" fmla="*/ 602275 w 602487"/>
              <a:gd name="T17" fmla="*/ 602275 w 602487"/>
              <a:gd name="T18" fmla="*/ 602275 w 602487"/>
              <a:gd name="T19" fmla="*/ 602275 w 602487"/>
              <a:gd name="T20" fmla="*/ 602275 w 602487"/>
              <a:gd name="T21" fmla="*/ 602275 w 60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76" h="6107">
                <a:moveTo>
                  <a:pt x="0" y="3053"/>
                </a:moveTo>
                <a:cubicBezTo>
                  <a:pt x="0" y="2945"/>
                  <a:pt x="41" y="2837"/>
                  <a:pt x="124" y="2755"/>
                </a:cubicBezTo>
                <a:lnTo>
                  <a:pt x="2714" y="165"/>
                </a:lnTo>
                <a:cubicBezTo>
                  <a:pt x="2879" y="0"/>
                  <a:pt x="3146" y="0"/>
                  <a:pt x="3311" y="165"/>
                </a:cubicBezTo>
                <a:cubicBezTo>
                  <a:pt x="3476" y="329"/>
                  <a:pt x="3476" y="596"/>
                  <a:pt x="3311" y="761"/>
                </a:cubicBezTo>
                <a:lnTo>
                  <a:pt x="1019" y="3053"/>
                </a:lnTo>
                <a:lnTo>
                  <a:pt x="3311" y="5345"/>
                </a:lnTo>
                <a:cubicBezTo>
                  <a:pt x="3475" y="5510"/>
                  <a:pt x="3475" y="5777"/>
                  <a:pt x="3311" y="5942"/>
                </a:cubicBezTo>
                <a:cubicBezTo>
                  <a:pt x="3146" y="6107"/>
                  <a:pt x="2879" y="6107"/>
                  <a:pt x="2714" y="5942"/>
                </a:cubicBezTo>
                <a:lnTo>
                  <a:pt x="124" y="3352"/>
                </a:lnTo>
                <a:cubicBezTo>
                  <a:pt x="41" y="3269"/>
                  <a:pt x="0" y="3161"/>
                  <a:pt x="0" y="305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9431" y="367927"/>
            <a:ext cx="1552141" cy="519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1100" dirty="0">
              <a:solidFill>
                <a:srgbClr val="990000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7303" y="367927"/>
            <a:ext cx="45719" cy="519309"/>
          </a:xfrm>
          <a:prstGeom prst="rect">
            <a:avLst/>
          </a:prstGeom>
          <a:pattFill prst="zigZ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1284876" y="3394039"/>
            <a:ext cx="597929" cy="597933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 flipV="1">
            <a:off x="1637665" y="3102610"/>
            <a:ext cx="10207625" cy="737870"/>
            <a:chOff x="3037840" y="5372100"/>
            <a:chExt cx="6878320" cy="738056"/>
          </a:xfrm>
        </p:grpSpPr>
        <p:sp>
          <p:nvSpPr>
            <p:cNvPr id="4" name="椭圆 3"/>
            <p:cNvSpPr/>
            <p:nvPr/>
          </p:nvSpPr>
          <p:spPr>
            <a:xfrm>
              <a:off x="3478530" y="5372100"/>
              <a:ext cx="5996940" cy="623424"/>
            </a:xfrm>
            <a:prstGeom prst="ellipse">
              <a:avLst/>
            </a:prstGeom>
            <a:gradFill flip="none" rotWithShape="1">
              <a:gsLst>
                <a:gs pos="100000">
                  <a:srgbClr val="F9F9F9">
                    <a:alpha val="0"/>
                  </a:srgbClr>
                </a:gs>
                <a:gs pos="0">
                  <a:sysClr val="window" lastClr="FFFFFF">
                    <a:lumMod val="75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037840" y="5664200"/>
              <a:ext cx="6878320" cy="44595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139440" y="2320925"/>
            <a:ext cx="796163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项目经费与效益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12934" y="2054166"/>
            <a:ext cx="1599479" cy="1599479"/>
            <a:chOff x="1439212" y="1545892"/>
            <a:chExt cx="779175" cy="779175"/>
          </a:xfrm>
        </p:grpSpPr>
        <p:sp>
          <p:nvSpPr>
            <p:cNvPr id="8" name="椭圆 7"/>
            <p:cNvSpPr/>
            <p:nvPr/>
          </p:nvSpPr>
          <p:spPr>
            <a:xfrm>
              <a:off x="1439212" y="1545892"/>
              <a:ext cx="779175" cy="779175"/>
            </a:xfrm>
            <a:prstGeom prst="ellipse">
              <a:avLst/>
            </a:prstGeom>
            <a:solidFill>
              <a:srgbClr val="1B1D3D">
                <a:alpha val="6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9240" y="1645920"/>
              <a:ext cx="579120" cy="579120"/>
            </a:xfrm>
            <a:prstGeom prst="ellipse">
              <a:avLst/>
            </a:prstGeom>
            <a:solidFill>
              <a:srgbClr val="99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21657" y="2293935"/>
            <a:ext cx="114188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6</a:t>
            </a:r>
            <a:endParaRPr kumimoji="0" lang="zh-CN" altLang="en-US" sz="6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400291" y="3840530"/>
            <a:ext cx="2185064" cy="337185"/>
            <a:chOff x="4645227" y="4175251"/>
            <a:chExt cx="2185064" cy="337185"/>
          </a:xfrm>
        </p:grpSpPr>
        <p:grpSp>
          <p:nvGrpSpPr>
            <p:cNvPr id="17" name="组合 16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18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19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57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4989249" y="4175251"/>
              <a:ext cx="1841042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项目经费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894109" y="3840530"/>
            <a:ext cx="2185064" cy="337185"/>
            <a:chOff x="4645227" y="4175251"/>
            <a:chExt cx="2185064" cy="337185"/>
          </a:xfrm>
        </p:grpSpPr>
        <p:grpSp>
          <p:nvGrpSpPr>
            <p:cNvPr id="62" name="组合 61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63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4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5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67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68" name="文本框 67"/>
            <p:cNvSpPr txBox="1"/>
            <p:nvPr/>
          </p:nvSpPr>
          <p:spPr>
            <a:xfrm>
              <a:off x="4989249" y="4175251"/>
              <a:ext cx="1841042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经济效益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400291" y="4240154"/>
            <a:ext cx="2185064" cy="337185"/>
            <a:chOff x="4645227" y="4175251"/>
            <a:chExt cx="2185064" cy="337185"/>
          </a:xfrm>
        </p:grpSpPr>
        <p:grpSp>
          <p:nvGrpSpPr>
            <p:cNvPr id="70" name="组合 69"/>
            <p:cNvGrpSpPr/>
            <p:nvPr/>
          </p:nvGrpSpPr>
          <p:grpSpPr>
            <a:xfrm>
              <a:off x="4645227" y="4239682"/>
              <a:ext cx="210791" cy="210242"/>
              <a:chOff x="7298373" y="1477963"/>
              <a:chExt cx="609600" cy="608013"/>
            </a:xfrm>
          </p:grpSpPr>
          <p:sp>
            <p:nvSpPr>
              <p:cNvPr id="71" name="Oval 18"/>
              <p:cNvSpPr>
                <a:spLocks noChangeArrowheads="1"/>
              </p:cNvSpPr>
              <p:nvPr/>
            </p:nvSpPr>
            <p:spPr bwMode="auto">
              <a:xfrm>
                <a:off x="7298373" y="1477963"/>
                <a:ext cx="609600" cy="608013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2" name="Freeform 19"/>
              <p:cNvSpPr>
                <a:spLocks noEditPoints="1"/>
              </p:cNvSpPr>
              <p:nvPr/>
            </p:nvSpPr>
            <p:spPr bwMode="auto">
              <a:xfrm>
                <a:off x="7907973" y="1781175"/>
                <a:ext cx="0" cy="7938"/>
              </a:xfrm>
              <a:custGeom>
                <a:avLst/>
                <a:gdLst>
                  <a:gd name="T0" fmla="*/ 9 h 9"/>
                  <a:gd name="T1" fmla="*/ 9 h 9"/>
                  <a:gd name="T2" fmla="*/ 9 h 9"/>
                  <a:gd name="T3" fmla="*/ 8 h 9"/>
                  <a:gd name="T4" fmla="*/ 8 h 9"/>
                  <a:gd name="T5" fmla="*/ 8 h 9"/>
                  <a:gd name="T6" fmla="*/ 8 h 9"/>
                  <a:gd name="T7" fmla="*/ 8 h 9"/>
                  <a:gd name="T8" fmla="*/ 8 h 9"/>
                  <a:gd name="T9" fmla="*/ 7 h 9"/>
                  <a:gd name="T10" fmla="*/ 7 h 9"/>
                  <a:gd name="T11" fmla="*/ 7 h 9"/>
                  <a:gd name="T12" fmla="*/ 7 h 9"/>
                  <a:gd name="T13" fmla="*/ 7 h 9"/>
                  <a:gd name="T14" fmla="*/ 7 h 9"/>
                  <a:gd name="T15" fmla="*/ 6 h 9"/>
                  <a:gd name="T16" fmla="*/ 6 h 9"/>
                  <a:gd name="T17" fmla="*/ 6 h 9"/>
                  <a:gd name="T18" fmla="*/ 6 h 9"/>
                  <a:gd name="T19" fmla="*/ 6 h 9"/>
                  <a:gd name="T20" fmla="*/ 6 h 9"/>
                  <a:gd name="T21" fmla="*/ 5 h 9"/>
                  <a:gd name="T22" fmla="*/ 5 h 9"/>
                  <a:gd name="T23" fmla="*/ 5 h 9"/>
                  <a:gd name="T24" fmla="*/ 5 h 9"/>
                  <a:gd name="T25" fmla="*/ 5 h 9"/>
                  <a:gd name="T26" fmla="*/ 5 h 9"/>
                  <a:gd name="T27" fmla="*/ 4 h 9"/>
                  <a:gd name="T28" fmla="*/ 4 h 9"/>
                  <a:gd name="T29" fmla="*/ 4 h 9"/>
                  <a:gd name="T30" fmla="*/ 4 h 9"/>
                  <a:gd name="T31" fmla="*/ 4 h 9"/>
                  <a:gd name="T32" fmla="*/ 4 h 9"/>
                  <a:gd name="T33" fmla="*/ 3 h 9"/>
                  <a:gd name="T34" fmla="*/ 3 h 9"/>
                  <a:gd name="T35" fmla="*/ 3 h 9"/>
                  <a:gd name="T36" fmla="*/ 3 h 9"/>
                  <a:gd name="T37" fmla="*/ 3 h 9"/>
                  <a:gd name="T38" fmla="*/ 3 h 9"/>
                  <a:gd name="T39" fmla="*/ 2 h 9"/>
                  <a:gd name="T40" fmla="*/ 2 h 9"/>
                  <a:gd name="T41" fmla="*/ 2 h 9"/>
                  <a:gd name="T42" fmla="*/ 1 h 9"/>
                  <a:gd name="T43" fmla="*/ 2 h 9"/>
                  <a:gd name="T44" fmla="*/ 1 h 9"/>
                  <a:gd name="T45" fmla="*/ 1 h 9"/>
                  <a:gd name="T46" fmla="*/ 1 h 9"/>
                  <a:gd name="T47" fmla="*/ 1 h 9"/>
                  <a:gd name="T48" fmla="*/ 1 h 9"/>
                  <a:gd name="T49" fmla="*/ 1 h 9"/>
                  <a:gd name="T50" fmla="*/ 1 h 9"/>
                  <a:gd name="T51" fmla="*/ 1 h 9"/>
                  <a:gd name="T52" fmla="*/ 1 h 9"/>
                  <a:gd name="T53" fmla="*/ 0 h 9"/>
                  <a:gd name="T54" fmla="*/ 0 h 9"/>
                  <a:gd name="T55" fmla="*/ 0 h 9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  <a:cxn ang="0">
                    <a:pos x="0" y="T51"/>
                  </a:cxn>
                  <a:cxn ang="0">
                    <a:pos x="0" y="T52"/>
                  </a:cxn>
                  <a:cxn ang="0">
                    <a:pos x="0" y="T53"/>
                  </a:cxn>
                  <a:cxn ang="0">
                    <a:pos x="0" y="T54"/>
                  </a:cxn>
                  <a:cxn ang="0">
                    <a:pos x="0" y="T55"/>
                  </a:cxn>
                </a:cxnLst>
                <a:rect l="0" t="0" r="r" b="b"/>
                <a:pathLst>
                  <a:path h="9">
                    <a:moveTo>
                      <a:pt x="0" y="9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8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3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moveTo>
                      <a:pt x="0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9D9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3" name="Freeform 20"/>
              <p:cNvSpPr/>
              <p:nvPr/>
            </p:nvSpPr>
            <p:spPr bwMode="auto">
              <a:xfrm>
                <a:off x="7469823" y="1622425"/>
                <a:ext cx="438150" cy="463550"/>
              </a:xfrm>
              <a:custGeom>
                <a:avLst/>
                <a:gdLst>
                  <a:gd name="T0" fmla="*/ 362 w 468"/>
                  <a:gd name="T1" fmla="*/ 0 h 496"/>
                  <a:gd name="T2" fmla="*/ 362 w 468"/>
                  <a:gd name="T3" fmla="*/ 0 h 496"/>
                  <a:gd name="T4" fmla="*/ 334 w 468"/>
                  <a:gd name="T5" fmla="*/ 14 h 496"/>
                  <a:gd name="T6" fmla="*/ 127 w 468"/>
                  <a:gd name="T7" fmla="*/ 294 h 496"/>
                  <a:gd name="T8" fmla="*/ 7 w 468"/>
                  <a:gd name="T9" fmla="*/ 321 h 496"/>
                  <a:gd name="T10" fmla="*/ 0 w 468"/>
                  <a:gd name="T11" fmla="*/ 328 h 496"/>
                  <a:gd name="T12" fmla="*/ 168 w 468"/>
                  <a:gd name="T13" fmla="*/ 496 h 496"/>
                  <a:gd name="T14" fmla="*/ 468 w 468"/>
                  <a:gd name="T15" fmla="*/ 179 h 496"/>
                  <a:gd name="T16" fmla="*/ 468 w 468"/>
                  <a:gd name="T17" fmla="*/ 179 h 496"/>
                  <a:gd name="T18" fmla="*/ 468 w 468"/>
                  <a:gd name="T19" fmla="*/ 178 h 496"/>
                  <a:gd name="T20" fmla="*/ 468 w 468"/>
                  <a:gd name="T21" fmla="*/ 178 h 496"/>
                  <a:gd name="T22" fmla="*/ 468 w 468"/>
                  <a:gd name="T23" fmla="*/ 178 h 496"/>
                  <a:gd name="T24" fmla="*/ 468 w 468"/>
                  <a:gd name="T25" fmla="*/ 178 h 496"/>
                  <a:gd name="T26" fmla="*/ 468 w 468"/>
                  <a:gd name="T27" fmla="*/ 177 h 496"/>
                  <a:gd name="T28" fmla="*/ 468 w 468"/>
                  <a:gd name="T29" fmla="*/ 177 h 496"/>
                  <a:gd name="T30" fmla="*/ 468 w 468"/>
                  <a:gd name="T31" fmla="*/ 177 h 496"/>
                  <a:gd name="T32" fmla="*/ 468 w 468"/>
                  <a:gd name="T33" fmla="*/ 177 h 496"/>
                  <a:gd name="T34" fmla="*/ 468 w 468"/>
                  <a:gd name="T35" fmla="*/ 176 h 496"/>
                  <a:gd name="T36" fmla="*/ 468 w 468"/>
                  <a:gd name="T37" fmla="*/ 176 h 496"/>
                  <a:gd name="T38" fmla="*/ 468 w 468"/>
                  <a:gd name="T39" fmla="*/ 176 h 496"/>
                  <a:gd name="T40" fmla="*/ 468 w 468"/>
                  <a:gd name="T41" fmla="*/ 176 h 496"/>
                  <a:gd name="T42" fmla="*/ 468 w 468"/>
                  <a:gd name="T43" fmla="*/ 175 h 496"/>
                  <a:gd name="T44" fmla="*/ 468 w 468"/>
                  <a:gd name="T45" fmla="*/ 175 h 496"/>
                  <a:gd name="T46" fmla="*/ 468 w 468"/>
                  <a:gd name="T47" fmla="*/ 175 h 496"/>
                  <a:gd name="T48" fmla="*/ 468 w 468"/>
                  <a:gd name="T49" fmla="*/ 175 h 496"/>
                  <a:gd name="T50" fmla="*/ 468 w 468"/>
                  <a:gd name="T51" fmla="*/ 174 h 496"/>
                  <a:gd name="T52" fmla="*/ 468 w 468"/>
                  <a:gd name="T53" fmla="*/ 174 h 496"/>
                  <a:gd name="T54" fmla="*/ 468 w 468"/>
                  <a:gd name="T55" fmla="*/ 174 h 496"/>
                  <a:gd name="T56" fmla="*/ 468 w 468"/>
                  <a:gd name="T57" fmla="*/ 174 h 496"/>
                  <a:gd name="T58" fmla="*/ 468 w 468"/>
                  <a:gd name="T59" fmla="*/ 173 h 496"/>
                  <a:gd name="T60" fmla="*/ 468 w 468"/>
                  <a:gd name="T61" fmla="*/ 173 h 496"/>
                  <a:gd name="T62" fmla="*/ 468 w 468"/>
                  <a:gd name="T63" fmla="*/ 173 h 496"/>
                  <a:gd name="T64" fmla="*/ 468 w 468"/>
                  <a:gd name="T65" fmla="*/ 173 h 496"/>
                  <a:gd name="T66" fmla="*/ 468 w 468"/>
                  <a:gd name="T67" fmla="*/ 172 h 496"/>
                  <a:gd name="T68" fmla="*/ 468 w 468"/>
                  <a:gd name="T69" fmla="*/ 172 h 496"/>
                  <a:gd name="T70" fmla="*/ 468 w 468"/>
                  <a:gd name="T71" fmla="*/ 172 h 496"/>
                  <a:gd name="T72" fmla="*/ 468 w 468"/>
                  <a:gd name="T73" fmla="*/ 171 h 496"/>
                  <a:gd name="T74" fmla="*/ 468 w 468"/>
                  <a:gd name="T75" fmla="*/ 171 h 496"/>
                  <a:gd name="T76" fmla="*/ 468 w 468"/>
                  <a:gd name="T77" fmla="*/ 171 h 496"/>
                  <a:gd name="T78" fmla="*/ 468 w 468"/>
                  <a:gd name="T79" fmla="*/ 171 h 496"/>
                  <a:gd name="T80" fmla="*/ 468 w 468"/>
                  <a:gd name="T81" fmla="*/ 171 h 496"/>
                  <a:gd name="T82" fmla="*/ 468 w 468"/>
                  <a:gd name="T83" fmla="*/ 170 h 496"/>
                  <a:gd name="T84" fmla="*/ 468 w 468"/>
                  <a:gd name="T85" fmla="*/ 170 h 496"/>
                  <a:gd name="T86" fmla="*/ 459 w 468"/>
                  <a:gd name="T87" fmla="*/ 97 h 496"/>
                  <a:gd name="T88" fmla="*/ 362 w 468"/>
                  <a:gd name="T89" fmla="*/ 0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68" h="496">
                    <a:moveTo>
                      <a:pt x="362" y="0"/>
                    </a:moveTo>
                    <a:cubicBezTo>
                      <a:pt x="362" y="0"/>
                      <a:pt x="362" y="0"/>
                      <a:pt x="362" y="0"/>
                    </a:cubicBezTo>
                    <a:cubicBezTo>
                      <a:pt x="352" y="3"/>
                      <a:pt x="341" y="7"/>
                      <a:pt x="334" y="14"/>
                    </a:cubicBezTo>
                    <a:cubicBezTo>
                      <a:pt x="261" y="114"/>
                      <a:pt x="211" y="217"/>
                      <a:pt x="127" y="294"/>
                    </a:cubicBezTo>
                    <a:cubicBezTo>
                      <a:pt x="93" y="325"/>
                      <a:pt x="48" y="316"/>
                      <a:pt x="7" y="321"/>
                    </a:cubicBezTo>
                    <a:cubicBezTo>
                      <a:pt x="0" y="328"/>
                      <a:pt x="0" y="328"/>
                      <a:pt x="0" y="328"/>
                    </a:cubicBezTo>
                    <a:cubicBezTo>
                      <a:pt x="168" y="496"/>
                      <a:pt x="168" y="496"/>
                      <a:pt x="168" y="496"/>
                    </a:cubicBezTo>
                    <a:cubicBezTo>
                      <a:pt x="333" y="483"/>
                      <a:pt x="464" y="347"/>
                      <a:pt x="468" y="179"/>
                    </a:cubicBezTo>
                    <a:cubicBezTo>
                      <a:pt x="468" y="179"/>
                      <a:pt x="468" y="179"/>
                      <a:pt x="468" y="179"/>
                    </a:cubicBezTo>
                    <a:cubicBezTo>
                      <a:pt x="468" y="179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8"/>
                    </a:cubicBezTo>
                    <a:cubicBezTo>
                      <a:pt x="468" y="178"/>
                      <a:pt x="468" y="178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7"/>
                    </a:cubicBezTo>
                    <a:cubicBezTo>
                      <a:pt x="468" y="177"/>
                      <a:pt x="468" y="177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6"/>
                      <a:pt x="468" y="176"/>
                    </a:cubicBezTo>
                    <a:cubicBezTo>
                      <a:pt x="468" y="176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5"/>
                      <a:pt x="468" y="175"/>
                    </a:cubicBezTo>
                    <a:cubicBezTo>
                      <a:pt x="468" y="175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68" y="174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3"/>
                      <a:pt x="468" y="173"/>
                    </a:cubicBezTo>
                    <a:cubicBezTo>
                      <a:pt x="468" y="173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2"/>
                    </a:cubicBezTo>
                    <a:cubicBezTo>
                      <a:pt x="468" y="172"/>
                      <a:pt x="468" y="172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1"/>
                      <a:pt x="468" y="171"/>
                      <a:pt x="468" y="171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70"/>
                      <a:pt x="468" y="170"/>
                      <a:pt x="468" y="170"/>
                    </a:cubicBezTo>
                    <a:cubicBezTo>
                      <a:pt x="468" y="145"/>
                      <a:pt x="465" y="120"/>
                      <a:pt x="459" y="97"/>
                    </a:cubicBezTo>
                    <a:cubicBezTo>
                      <a:pt x="362" y="0"/>
                      <a:pt x="362" y="0"/>
                      <a:pt x="362" y="0"/>
                    </a:cubicBezTo>
                  </a:path>
                </a:pathLst>
              </a:custGeom>
              <a:solidFill>
                <a:srgbClr val="99000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74" name="Freeform 21"/>
              <p:cNvSpPr/>
              <p:nvPr/>
            </p:nvSpPr>
            <p:spPr bwMode="auto">
              <a:xfrm>
                <a:off x="7387273" y="1612900"/>
                <a:ext cx="423863" cy="339725"/>
              </a:xfrm>
              <a:custGeom>
                <a:avLst/>
                <a:gdLst>
                  <a:gd name="T0" fmla="*/ 240 w 453"/>
                  <a:gd name="T1" fmla="*/ 216 h 363"/>
                  <a:gd name="T2" fmla="*/ 347 w 453"/>
                  <a:gd name="T3" fmla="*/ 50 h 363"/>
                  <a:gd name="T4" fmla="*/ 397 w 453"/>
                  <a:gd name="T5" fmla="*/ 9 h 363"/>
                  <a:gd name="T6" fmla="*/ 452 w 453"/>
                  <a:gd name="T7" fmla="*/ 14 h 363"/>
                  <a:gd name="T8" fmla="*/ 284 w 453"/>
                  <a:gd name="T9" fmla="*/ 268 h 363"/>
                  <a:gd name="T10" fmla="*/ 176 w 453"/>
                  <a:gd name="T11" fmla="*/ 353 h 363"/>
                  <a:gd name="T12" fmla="*/ 68 w 453"/>
                  <a:gd name="T13" fmla="*/ 317 h 363"/>
                  <a:gd name="T14" fmla="*/ 13 w 453"/>
                  <a:gd name="T15" fmla="*/ 235 h 363"/>
                  <a:gd name="T16" fmla="*/ 20 w 453"/>
                  <a:gd name="T17" fmla="*/ 200 h 363"/>
                  <a:gd name="T18" fmla="*/ 89 w 453"/>
                  <a:gd name="T19" fmla="*/ 176 h 363"/>
                  <a:gd name="T20" fmla="*/ 164 w 453"/>
                  <a:gd name="T21" fmla="*/ 282 h 363"/>
                  <a:gd name="T22" fmla="*/ 198 w 453"/>
                  <a:gd name="T23" fmla="*/ 281 h 363"/>
                  <a:gd name="T24" fmla="*/ 240 w 453"/>
                  <a:gd name="T25" fmla="*/ 21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3" h="363">
                    <a:moveTo>
                      <a:pt x="240" y="216"/>
                    </a:moveTo>
                    <a:cubicBezTo>
                      <a:pt x="347" y="50"/>
                      <a:pt x="347" y="50"/>
                      <a:pt x="347" y="50"/>
                    </a:cubicBezTo>
                    <a:cubicBezTo>
                      <a:pt x="347" y="50"/>
                      <a:pt x="363" y="19"/>
                      <a:pt x="397" y="9"/>
                    </a:cubicBezTo>
                    <a:cubicBezTo>
                      <a:pt x="431" y="0"/>
                      <a:pt x="453" y="5"/>
                      <a:pt x="452" y="14"/>
                    </a:cubicBezTo>
                    <a:cubicBezTo>
                      <a:pt x="451" y="23"/>
                      <a:pt x="303" y="244"/>
                      <a:pt x="284" y="268"/>
                    </a:cubicBezTo>
                    <a:cubicBezTo>
                      <a:pt x="266" y="292"/>
                      <a:pt x="233" y="343"/>
                      <a:pt x="176" y="353"/>
                    </a:cubicBezTo>
                    <a:cubicBezTo>
                      <a:pt x="119" y="363"/>
                      <a:pt x="92" y="348"/>
                      <a:pt x="68" y="317"/>
                    </a:cubicBezTo>
                    <a:cubicBezTo>
                      <a:pt x="43" y="285"/>
                      <a:pt x="13" y="235"/>
                      <a:pt x="13" y="235"/>
                    </a:cubicBezTo>
                    <a:cubicBezTo>
                      <a:pt x="13" y="235"/>
                      <a:pt x="0" y="214"/>
                      <a:pt x="20" y="200"/>
                    </a:cubicBezTo>
                    <a:cubicBezTo>
                      <a:pt x="40" y="186"/>
                      <a:pt x="75" y="171"/>
                      <a:pt x="89" y="176"/>
                    </a:cubicBezTo>
                    <a:cubicBezTo>
                      <a:pt x="103" y="181"/>
                      <a:pt x="158" y="273"/>
                      <a:pt x="164" y="282"/>
                    </a:cubicBezTo>
                    <a:cubicBezTo>
                      <a:pt x="170" y="291"/>
                      <a:pt x="185" y="299"/>
                      <a:pt x="198" y="281"/>
                    </a:cubicBezTo>
                    <a:cubicBezTo>
                      <a:pt x="211" y="262"/>
                      <a:pt x="240" y="216"/>
                      <a:pt x="240" y="21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  <p:sp>
          <p:nvSpPr>
            <p:cNvPr id="75" name="文本框 74"/>
            <p:cNvSpPr txBox="1"/>
            <p:nvPr/>
          </p:nvSpPr>
          <p:spPr>
            <a:xfrm>
              <a:off x="4989249" y="4175251"/>
              <a:ext cx="1841042" cy="337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社会效益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</p:grpSp>
      <p:cxnSp>
        <p:nvCxnSpPr>
          <p:cNvPr id="83" name="直接连接符 82"/>
          <p:cNvCxnSpPr/>
          <p:nvPr/>
        </p:nvCxnSpPr>
        <p:spPr>
          <a:xfrm flipH="1">
            <a:off x="2439455" y="1403685"/>
            <a:ext cx="849927" cy="849932"/>
          </a:xfrm>
          <a:prstGeom prst="line">
            <a:avLst/>
          </a:prstGeom>
          <a:ln w="1905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H="1">
            <a:off x="844895" y="3217106"/>
            <a:ext cx="1513669" cy="15136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861352" y="6441804"/>
            <a:ext cx="2468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项目立项汇报名称标题添加在这里</a:t>
            </a:r>
            <a:endParaRPr lang="zh-CN" altLang="en-US" sz="12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项目经费与效益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3984624" y="764381"/>
            <a:ext cx="7660005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089082" y="352206"/>
            <a:ext cx="2574421" cy="398780"/>
            <a:chOff x="2818447" y="364271"/>
            <a:chExt cx="2574421" cy="398780"/>
          </a:xfrm>
        </p:grpSpPr>
        <p:sp>
          <p:nvSpPr>
            <p:cNvPr id="41" name="文本框 40"/>
            <p:cNvSpPr txBox="1"/>
            <p:nvPr/>
          </p:nvSpPr>
          <p:spPr>
            <a:xfrm>
              <a:off x="3174206" y="364271"/>
              <a:ext cx="2218662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项目经费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2818447" y="372040"/>
              <a:ext cx="301943" cy="369332"/>
              <a:chOff x="2818447" y="372040"/>
              <a:chExt cx="301943" cy="369332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2818447" y="372040"/>
                <a:ext cx="2928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1</a:t>
                </a:r>
                <a:endParaRPr lang="zh-CN" altLang="en-US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4046" y="1051904"/>
          <a:ext cx="5965694" cy="52199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6671"/>
                <a:gridCol w="1328265"/>
                <a:gridCol w="2170758"/>
              </a:tblGrid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科目</a:t>
                      </a:r>
                      <a:endParaRPr lang="zh-CN" altLang="en-US" sz="1200" kern="1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预算经费</a:t>
                      </a:r>
                      <a:r>
                        <a:rPr lang="en-US" altLang="zh-CN" sz="1200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万元</a:t>
                      </a:r>
                      <a:endParaRPr lang="zh-CN" altLang="en-US" sz="1200" kern="1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计算依据与说明</a:t>
                      </a:r>
                      <a:endParaRPr lang="zh-CN" altLang="en-US" sz="1200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1212"/>
                    </a:solidFill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一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.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研究经费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2.3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科研业务费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1.2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）测试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计算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分析费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0.9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病例收集及数据分析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547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）会议费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差旅费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参加国内学术会议及学术交流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）出版物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文献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信息传播费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文献查阅、购买，论文发表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4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）原材料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试剂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药品购置费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5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）其它（请注明）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2.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仪器设备费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）购置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</a:t>
                      </a: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2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）试制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 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</a:t>
                      </a: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协作费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支付协作单位病例收集费用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03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二、劳务费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支付无工资收入的研究生及临时工作人员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三、其他</a:t>
                      </a:r>
                      <a:r>
                        <a:rPr lang="zh-CN" altLang="en-US" sz="10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（不含财务规定不能支出的科目）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管理费</a:t>
                      </a:r>
                      <a:endParaRPr lang="zh-CN" altLang="en-US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685">
                <a:tc>
                  <a:txBody>
                    <a:bodyPr/>
                    <a:lstStyle/>
                    <a:p>
                      <a:pPr marL="0" marR="0" indent="73342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合  计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3.3</a:t>
                      </a: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49952" marR="49952" marT="33301" marB="3330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5812656" y="1472136"/>
          <a:ext cx="6598365" cy="439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9947317" y="1318248"/>
            <a:ext cx="1354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单位：万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项目经费与效益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3984624" y="764381"/>
            <a:ext cx="7660005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089082" y="352206"/>
            <a:ext cx="2574421" cy="398780"/>
            <a:chOff x="2818447" y="364271"/>
            <a:chExt cx="2574421" cy="398780"/>
          </a:xfrm>
        </p:grpSpPr>
        <p:sp>
          <p:nvSpPr>
            <p:cNvPr id="41" name="文本框 40"/>
            <p:cNvSpPr txBox="1"/>
            <p:nvPr/>
          </p:nvSpPr>
          <p:spPr>
            <a:xfrm>
              <a:off x="3174206" y="364271"/>
              <a:ext cx="2218662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经济效益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2</a:t>
                </a:r>
                <a:endParaRPr lang="zh-CN" altLang="en-US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graphicFrame>
        <p:nvGraphicFramePr>
          <p:cNvPr id="4" name="图表 3"/>
          <p:cNvGraphicFramePr/>
          <p:nvPr/>
        </p:nvGraphicFramePr>
        <p:xfrm>
          <a:off x="-503541" y="1476318"/>
          <a:ext cx="7050731" cy="4700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50" name="Group 157"/>
          <p:cNvGrpSpPr>
            <a:grpSpLocks noChangeAspect="1"/>
          </p:cNvGrpSpPr>
          <p:nvPr/>
        </p:nvGrpSpPr>
        <p:grpSpPr bwMode="auto">
          <a:xfrm>
            <a:off x="2494433" y="3111463"/>
            <a:ext cx="1076711" cy="1057092"/>
            <a:chOff x="2012" y="360"/>
            <a:chExt cx="3732" cy="3664"/>
          </a:xfrm>
          <a:solidFill>
            <a:srgbClr val="285B9E"/>
          </a:solidFill>
        </p:grpSpPr>
        <p:sp>
          <p:nvSpPr>
            <p:cNvPr id="51" name="Freeform 159"/>
            <p:cNvSpPr>
              <a:spLocks noEditPoints="1"/>
            </p:cNvSpPr>
            <p:nvPr/>
          </p:nvSpPr>
          <p:spPr bwMode="auto">
            <a:xfrm>
              <a:off x="2012" y="360"/>
              <a:ext cx="3732" cy="3664"/>
            </a:xfrm>
            <a:custGeom>
              <a:avLst/>
              <a:gdLst>
                <a:gd name="T0" fmla="*/ 7 w 1571"/>
                <a:gd name="T1" fmla="*/ 95 h 1542"/>
                <a:gd name="T2" fmla="*/ 876 w 1571"/>
                <a:gd name="T3" fmla="*/ 1 h 1542"/>
                <a:gd name="T4" fmla="*/ 987 w 1571"/>
                <a:gd name="T5" fmla="*/ 216 h 1542"/>
                <a:gd name="T6" fmla="*/ 1228 w 1571"/>
                <a:gd name="T7" fmla="*/ 216 h 1542"/>
                <a:gd name="T8" fmla="*/ 1315 w 1571"/>
                <a:gd name="T9" fmla="*/ 460 h 1542"/>
                <a:gd name="T10" fmla="*/ 1150 w 1571"/>
                <a:gd name="T11" fmla="*/ 492 h 1542"/>
                <a:gd name="T12" fmla="*/ 1529 w 1571"/>
                <a:gd name="T13" fmla="*/ 935 h 1542"/>
                <a:gd name="T14" fmla="*/ 664 w 1571"/>
                <a:gd name="T15" fmla="*/ 1367 h 1542"/>
                <a:gd name="T16" fmla="*/ 299 w 1571"/>
                <a:gd name="T17" fmla="*/ 1356 h 1542"/>
                <a:gd name="T18" fmla="*/ 213 w 1571"/>
                <a:gd name="T19" fmla="*/ 1110 h 1542"/>
                <a:gd name="T20" fmla="*/ 213 w 1571"/>
                <a:gd name="T21" fmla="*/ 894 h 1542"/>
                <a:gd name="T22" fmla="*/ 216 w 1571"/>
                <a:gd name="T23" fmla="*/ 676 h 1542"/>
                <a:gd name="T24" fmla="*/ 171 w 1571"/>
                <a:gd name="T25" fmla="*/ 520 h 1542"/>
                <a:gd name="T26" fmla="*/ 377 w 1571"/>
                <a:gd name="T27" fmla="*/ 432 h 1542"/>
                <a:gd name="T28" fmla="*/ 360 w 1571"/>
                <a:gd name="T29" fmla="*/ 276 h 1542"/>
                <a:gd name="T30" fmla="*/ 2 w 1571"/>
                <a:gd name="T31" fmla="*/ 163 h 1542"/>
                <a:gd name="T32" fmla="*/ 0 w 1571"/>
                <a:gd name="T33" fmla="*/ 120 h 1542"/>
                <a:gd name="T34" fmla="*/ 1025 w 1571"/>
                <a:gd name="T35" fmla="*/ 558 h 1542"/>
                <a:gd name="T36" fmla="*/ 1025 w 1571"/>
                <a:gd name="T37" fmla="*/ 1458 h 1542"/>
                <a:gd name="T38" fmla="*/ 505 w 1571"/>
                <a:gd name="T39" fmla="*/ 216 h 1542"/>
                <a:gd name="T40" fmla="*/ 950 w 1571"/>
                <a:gd name="T41" fmla="*/ 133 h 1542"/>
                <a:gd name="T42" fmla="*/ 334 w 1571"/>
                <a:gd name="T43" fmla="*/ 60 h 1542"/>
                <a:gd name="T44" fmla="*/ 63 w 1571"/>
                <a:gd name="T45" fmla="*/ 116 h 1542"/>
                <a:gd name="T46" fmla="*/ 505 w 1571"/>
                <a:gd name="T47" fmla="*/ 216 h 1542"/>
                <a:gd name="T48" fmla="*/ 1224 w 1571"/>
                <a:gd name="T49" fmla="*/ 432 h 1542"/>
                <a:gd name="T50" fmla="*/ 1222 w 1571"/>
                <a:gd name="T51" fmla="*/ 276 h 1542"/>
                <a:gd name="T52" fmla="*/ 487 w 1571"/>
                <a:gd name="T53" fmla="*/ 276 h 1542"/>
                <a:gd name="T54" fmla="*/ 493 w 1571"/>
                <a:gd name="T55" fmla="*/ 432 h 1542"/>
                <a:gd name="T56" fmla="*/ 1057 w 1571"/>
                <a:gd name="T57" fmla="*/ 499 h 1542"/>
                <a:gd name="T58" fmla="*/ 1028 w 1571"/>
                <a:gd name="T59" fmla="*/ 492 h 1542"/>
                <a:gd name="T60" fmla="*/ 286 w 1571"/>
                <a:gd name="T61" fmla="*/ 494 h 1542"/>
                <a:gd name="T62" fmla="*/ 299 w 1571"/>
                <a:gd name="T63" fmla="*/ 648 h 1542"/>
                <a:gd name="T64" fmla="*/ 674 w 1571"/>
                <a:gd name="T65" fmla="*/ 639 h 1542"/>
                <a:gd name="T66" fmla="*/ 1057 w 1571"/>
                <a:gd name="T67" fmla="*/ 499 h 1542"/>
                <a:gd name="T68" fmla="*/ 295 w 1571"/>
                <a:gd name="T69" fmla="*/ 709 h 1542"/>
                <a:gd name="T70" fmla="*/ 223 w 1571"/>
                <a:gd name="T71" fmla="*/ 801 h 1542"/>
                <a:gd name="T72" fmla="*/ 528 w 1571"/>
                <a:gd name="T73" fmla="*/ 864 h 1542"/>
                <a:gd name="T74" fmla="*/ 532 w 1571"/>
                <a:gd name="T75" fmla="*/ 861 h 1542"/>
                <a:gd name="T76" fmla="*/ 599 w 1571"/>
                <a:gd name="T77" fmla="*/ 1296 h 1542"/>
                <a:gd name="T78" fmla="*/ 296 w 1571"/>
                <a:gd name="T79" fmla="*/ 1141 h 1542"/>
                <a:gd name="T80" fmla="*/ 295 w 1571"/>
                <a:gd name="T81" fmla="*/ 1296 h 1542"/>
                <a:gd name="T82" fmla="*/ 519 w 1571"/>
                <a:gd name="T83" fmla="*/ 1080 h 1542"/>
                <a:gd name="T84" fmla="*/ 300 w 1571"/>
                <a:gd name="T85" fmla="*/ 924 h 1542"/>
                <a:gd name="T86" fmla="*/ 300 w 1571"/>
                <a:gd name="T87" fmla="*/ 1080 h 1542"/>
                <a:gd name="T88" fmla="*/ 519 w 1571"/>
                <a:gd name="T89" fmla="*/ 1080 h 1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71" h="1542">
                  <a:moveTo>
                    <a:pt x="0" y="120"/>
                  </a:moveTo>
                  <a:cubicBezTo>
                    <a:pt x="2" y="112"/>
                    <a:pt x="4" y="103"/>
                    <a:pt x="7" y="95"/>
                  </a:cubicBezTo>
                  <a:cubicBezTo>
                    <a:pt x="25" y="39"/>
                    <a:pt x="76" y="1"/>
                    <a:pt x="135" y="0"/>
                  </a:cubicBezTo>
                  <a:cubicBezTo>
                    <a:pt x="382" y="0"/>
                    <a:pt x="629" y="0"/>
                    <a:pt x="876" y="1"/>
                  </a:cubicBezTo>
                  <a:cubicBezTo>
                    <a:pt x="978" y="1"/>
                    <a:pt x="1042" y="112"/>
                    <a:pt x="995" y="202"/>
                  </a:cubicBezTo>
                  <a:cubicBezTo>
                    <a:pt x="993" y="206"/>
                    <a:pt x="990" y="210"/>
                    <a:pt x="987" y="216"/>
                  </a:cubicBezTo>
                  <a:cubicBezTo>
                    <a:pt x="994" y="216"/>
                    <a:pt x="999" y="216"/>
                    <a:pt x="1005" y="216"/>
                  </a:cubicBezTo>
                  <a:cubicBezTo>
                    <a:pt x="1079" y="216"/>
                    <a:pt x="1153" y="216"/>
                    <a:pt x="1228" y="216"/>
                  </a:cubicBezTo>
                  <a:cubicBezTo>
                    <a:pt x="1286" y="217"/>
                    <a:pt x="1337" y="253"/>
                    <a:pt x="1356" y="308"/>
                  </a:cubicBezTo>
                  <a:cubicBezTo>
                    <a:pt x="1376" y="363"/>
                    <a:pt x="1360" y="422"/>
                    <a:pt x="1315" y="460"/>
                  </a:cubicBezTo>
                  <a:cubicBezTo>
                    <a:pt x="1290" y="481"/>
                    <a:pt x="1262" y="491"/>
                    <a:pt x="1230" y="492"/>
                  </a:cubicBezTo>
                  <a:cubicBezTo>
                    <a:pt x="1204" y="493"/>
                    <a:pt x="1178" y="492"/>
                    <a:pt x="1150" y="492"/>
                  </a:cubicBezTo>
                  <a:cubicBezTo>
                    <a:pt x="1156" y="507"/>
                    <a:pt x="1162" y="517"/>
                    <a:pt x="1178" y="522"/>
                  </a:cubicBezTo>
                  <a:cubicBezTo>
                    <a:pt x="1376" y="591"/>
                    <a:pt x="1497" y="728"/>
                    <a:pt x="1529" y="935"/>
                  </a:cubicBezTo>
                  <a:cubicBezTo>
                    <a:pt x="1571" y="1204"/>
                    <a:pt x="1392" y="1456"/>
                    <a:pt x="1126" y="1508"/>
                  </a:cubicBezTo>
                  <a:cubicBezTo>
                    <a:pt x="949" y="1542"/>
                    <a:pt x="794" y="1493"/>
                    <a:pt x="664" y="1367"/>
                  </a:cubicBezTo>
                  <a:cubicBezTo>
                    <a:pt x="656" y="1359"/>
                    <a:pt x="648" y="1356"/>
                    <a:pt x="637" y="1356"/>
                  </a:cubicBezTo>
                  <a:cubicBezTo>
                    <a:pt x="524" y="1356"/>
                    <a:pt x="412" y="1357"/>
                    <a:pt x="299" y="1356"/>
                  </a:cubicBezTo>
                  <a:cubicBezTo>
                    <a:pt x="219" y="1356"/>
                    <a:pt x="157" y="1290"/>
                    <a:pt x="162" y="1210"/>
                  </a:cubicBezTo>
                  <a:cubicBezTo>
                    <a:pt x="164" y="1170"/>
                    <a:pt x="182" y="1137"/>
                    <a:pt x="213" y="1110"/>
                  </a:cubicBezTo>
                  <a:cubicBezTo>
                    <a:pt x="181" y="1082"/>
                    <a:pt x="162" y="1046"/>
                    <a:pt x="162" y="1003"/>
                  </a:cubicBezTo>
                  <a:cubicBezTo>
                    <a:pt x="161" y="959"/>
                    <a:pt x="180" y="924"/>
                    <a:pt x="213" y="894"/>
                  </a:cubicBezTo>
                  <a:cubicBezTo>
                    <a:pt x="181" y="866"/>
                    <a:pt x="162" y="831"/>
                    <a:pt x="162" y="787"/>
                  </a:cubicBezTo>
                  <a:cubicBezTo>
                    <a:pt x="161" y="743"/>
                    <a:pt x="180" y="708"/>
                    <a:pt x="216" y="676"/>
                  </a:cubicBezTo>
                  <a:cubicBezTo>
                    <a:pt x="211" y="673"/>
                    <a:pt x="206" y="671"/>
                    <a:pt x="203" y="668"/>
                  </a:cubicBezTo>
                  <a:cubicBezTo>
                    <a:pt x="162" y="625"/>
                    <a:pt x="151" y="576"/>
                    <a:pt x="171" y="520"/>
                  </a:cubicBezTo>
                  <a:cubicBezTo>
                    <a:pt x="190" y="468"/>
                    <a:pt x="241" y="434"/>
                    <a:pt x="296" y="432"/>
                  </a:cubicBezTo>
                  <a:cubicBezTo>
                    <a:pt x="322" y="432"/>
                    <a:pt x="348" y="432"/>
                    <a:pt x="377" y="432"/>
                  </a:cubicBezTo>
                  <a:cubicBezTo>
                    <a:pt x="346" y="380"/>
                    <a:pt x="345" y="329"/>
                    <a:pt x="377" y="277"/>
                  </a:cubicBezTo>
                  <a:cubicBezTo>
                    <a:pt x="370" y="277"/>
                    <a:pt x="365" y="276"/>
                    <a:pt x="360" y="276"/>
                  </a:cubicBezTo>
                  <a:cubicBezTo>
                    <a:pt x="288" y="276"/>
                    <a:pt x="217" y="276"/>
                    <a:pt x="145" y="276"/>
                  </a:cubicBezTo>
                  <a:cubicBezTo>
                    <a:pt x="71" y="276"/>
                    <a:pt x="19" y="236"/>
                    <a:pt x="2" y="163"/>
                  </a:cubicBezTo>
                  <a:cubicBezTo>
                    <a:pt x="1" y="161"/>
                    <a:pt x="0" y="159"/>
                    <a:pt x="0" y="156"/>
                  </a:cubicBezTo>
                  <a:cubicBezTo>
                    <a:pt x="0" y="144"/>
                    <a:pt x="0" y="132"/>
                    <a:pt x="0" y="120"/>
                  </a:cubicBezTo>
                  <a:close/>
                  <a:moveTo>
                    <a:pt x="1475" y="1008"/>
                  </a:moveTo>
                  <a:cubicBezTo>
                    <a:pt x="1475" y="760"/>
                    <a:pt x="1273" y="558"/>
                    <a:pt x="1025" y="558"/>
                  </a:cubicBezTo>
                  <a:cubicBezTo>
                    <a:pt x="777" y="559"/>
                    <a:pt x="576" y="760"/>
                    <a:pt x="576" y="1008"/>
                  </a:cubicBezTo>
                  <a:cubicBezTo>
                    <a:pt x="575" y="1256"/>
                    <a:pt x="777" y="1458"/>
                    <a:pt x="1025" y="1458"/>
                  </a:cubicBezTo>
                  <a:cubicBezTo>
                    <a:pt x="1273" y="1458"/>
                    <a:pt x="1476" y="1256"/>
                    <a:pt x="1475" y="1008"/>
                  </a:cubicBezTo>
                  <a:close/>
                  <a:moveTo>
                    <a:pt x="505" y="216"/>
                  </a:moveTo>
                  <a:cubicBezTo>
                    <a:pt x="627" y="216"/>
                    <a:pt x="748" y="216"/>
                    <a:pt x="870" y="216"/>
                  </a:cubicBezTo>
                  <a:cubicBezTo>
                    <a:pt x="918" y="216"/>
                    <a:pt x="953" y="179"/>
                    <a:pt x="950" y="133"/>
                  </a:cubicBezTo>
                  <a:cubicBezTo>
                    <a:pt x="948" y="91"/>
                    <a:pt x="913" y="60"/>
                    <a:pt x="868" y="60"/>
                  </a:cubicBezTo>
                  <a:cubicBezTo>
                    <a:pt x="690" y="60"/>
                    <a:pt x="512" y="60"/>
                    <a:pt x="334" y="60"/>
                  </a:cubicBezTo>
                  <a:cubicBezTo>
                    <a:pt x="269" y="60"/>
                    <a:pt x="203" y="60"/>
                    <a:pt x="138" y="60"/>
                  </a:cubicBezTo>
                  <a:cubicBezTo>
                    <a:pt x="102" y="61"/>
                    <a:pt x="72" y="83"/>
                    <a:pt x="63" y="116"/>
                  </a:cubicBezTo>
                  <a:cubicBezTo>
                    <a:pt x="48" y="167"/>
                    <a:pt x="85" y="216"/>
                    <a:pt x="140" y="216"/>
                  </a:cubicBezTo>
                  <a:cubicBezTo>
                    <a:pt x="262" y="216"/>
                    <a:pt x="384" y="216"/>
                    <a:pt x="505" y="216"/>
                  </a:cubicBezTo>
                  <a:close/>
                  <a:moveTo>
                    <a:pt x="859" y="432"/>
                  </a:moveTo>
                  <a:cubicBezTo>
                    <a:pt x="981" y="432"/>
                    <a:pt x="1102" y="432"/>
                    <a:pt x="1224" y="432"/>
                  </a:cubicBezTo>
                  <a:cubicBezTo>
                    <a:pt x="1271" y="432"/>
                    <a:pt x="1306" y="396"/>
                    <a:pt x="1304" y="350"/>
                  </a:cubicBezTo>
                  <a:cubicBezTo>
                    <a:pt x="1303" y="308"/>
                    <a:pt x="1268" y="276"/>
                    <a:pt x="1222" y="276"/>
                  </a:cubicBezTo>
                  <a:cubicBezTo>
                    <a:pt x="980" y="276"/>
                    <a:pt x="738" y="276"/>
                    <a:pt x="496" y="276"/>
                  </a:cubicBezTo>
                  <a:cubicBezTo>
                    <a:pt x="493" y="276"/>
                    <a:pt x="490" y="276"/>
                    <a:pt x="487" y="276"/>
                  </a:cubicBezTo>
                  <a:cubicBezTo>
                    <a:pt x="454" y="278"/>
                    <a:pt x="425" y="301"/>
                    <a:pt x="416" y="333"/>
                  </a:cubicBezTo>
                  <a:cubicBezTo>
                    <a:pt x="403" y="384"/>
                    <a:pt x="440" y="432"/>
                    <a:pt x="493" y="432"/>
                  </a:cubicBezTo>
                  <a:cubicBezTo>
                    <a:pt x="615" y="432"/>
                    <a:pt x="737" y="432"/>
                    <a:pt x="859" y="432"/>
                  </a:cubicBezTo>
                  <a:close/>
                  <a:moveTo>
                    <a:pt x="1057" y="499"/>
                  </a:moveTo>
                  <a:cubicBezTo>
                    <a:pt x="1057" y="498"/>
                    <a:pt x="1057" y="496"/>
                    <a:pt x="1057" y="495"/>
                  </a:cubicBezTo>
                  <a:cubicBezTo>
                    <a:pt x="1048" y="494"/>
                    <a:pt x="1038" y="492"/>
                    <a:pt x="1028" y="492"/>
                  </a:cubicBezTo>
                  <a:cubicBezTo>
                    <a:pt x="787" y="492"/>
                    <a:pt x="546" y="492"/>
                    <a:pt x="305" y="492"/>
                  </a:cubicBezTo>
                  <a:cubicBezTo>
                    <a:pt x="299" y="492"/>
                    <a:pt x="292" y="492"/>
                    <a:pt x="286" y="494"/>
                  </a:cubicBezTo>
                  <a:cubicBezTo>
                    <a:pt x="246" y="501"/>
                    <a:pt x="219" y="537"/>
                    <a:pt x="222" y="577"/>
                  </a:cubicBezTo>
                  <a:cubicBezTo>
                    <a:pt x="225" y="616"/>
                    <a:pt x="258" y="648"/>
                    <a:pt x="299" y="648"/>
                  </a:cubicBezTo>
                  <a:cubicBezTo>
                    <a:pt x="418" y="648"/>
                    <a:pt x="536" y="648"/>
                    <a:pt x="655" y="648"/>
                  </a:cubicBezTo>
                  <a:cubicBezTo>
                    <a:pt x="661" y="648"/>
                    <a:pt x="669" y="644"/>
                    <a:pt x="674" y="639"/>
                  </a:cubicBezTo>
                  <a:cubicBezTo>
                    <a:pt x="738" y="579"/>
                    <a:pt x="812" y="537"/>
                    <a:pt x="896" y="515"/>
                  </a:cubicBezTo>
                  <a:cubicBezTo>
                    <a:pt x="949" y="501"/>
                    <a:pt x="1002" y="496"/>
                    <a:pt x="1057" y="499"/>
                  </a:cubicBezTo>
                  <a:close/>
                  <a:moveTo>
                    <a:pt x="608" y="708"/>
                  </a:moveTo>
                  <a:cubicBezTo>
                    <a:pt x="505" y="708"/>
                    <a:pt x="400" y="708"/>
                    <a:pt x="295" y="709"/>
                  </a:cubicBezTo>
                  <a:cubicBezTo>
                    <a:pt x="286" y="709"/>
                    <a:pt x="275" y="712"/>
                    <a:pt x="267" y="716"/>
                  </a:cubicBezTo>
                  <a:cubicBezTo>
                    <a:pt x="234" y="730"/>
                    <a:pt x="216" y="767"/>
                    <a:pt x="223" y="801"/>
                  </a:cubicBezTo>
                  <a:cubicBezTo>
                    <a:pt x="231" y="838"/>
                    <a:pt x="261" y="864"/>
                    <a:pt x="298" y="864"/>
                  </a:cubicBezTo>
                  <a:cubicBezTo>
                    <a:pt x="375" y="865"/>
                    <a:pt x="451" y="864"/>
                    <a:pt x="528" y="864"/>
                  </a:cubicBezTo>
                  <a:cubicBezTo>
                    <a:pt x="530" y="864"/>
                    <a:pt x="533" y="864"/>
                    <a:pt x="536" y="863"/>
                  </a:cubicBezTo>
                  <a:cubicBezTo>
                    <a:pt x="535" y="863"/>
                    <a:pt x="534" y="862"/>
                    <a:pt x="532" y="861"/>
                  </a:cubicBezTo>
                  <a:cubicBezTo>
                    <a:pt x="557" y="810"/>
                    <a:pt x="582" y="759"/>
                    <a:pt x="608" y="708"/>
                  </a:cubicBezTo>
                  <a:close/>
                  <a:moveTo>
                    <a:pt x="599" y="1296"/>
                  </a:moveTo>
                  <a:cubicBezTo>
                    <a:pt x="575" y="1244"/>
                    <a:pt x="552" y="1193"/>
                    <a:pt x="528" y="1140"/>
                  </a:cubicBezTo>
                  <a:cubicBezTo>
                    <a:pt x="452" y="1140"/>
                    <a:pt x="374" y="1140"/>
                    <a:pt x="296" y="1141"/>
                  </a:cubicBezTo>
                  <a:cubicBezTo>
                    <a:pt x="254" y="1141"/>
                    <a:pt x="222" y="1177"/>
                    <a:pt x="222" y="1218"/>
                  </a:cubicBezTo>
                  <a:cubicBezTo>
                    <a:pt x="222" y="1259"/>
                    <a:pt x="254" y="1295"/>
                    <a:pt x="295" y="1296"/>
                  </a:cubicBezTo>
                  <a:cubicBezTo>
                    <a:pt x="397" y="1297"/>
                    <a:pt x="499" y="1296"/>
                    <a:pt x="599" y="1296"/>
                  </a:cubicBezTo>
                  <a:close/>
                  <a:moveTo>
                    <a:pt x="519" y="1080"/>
                  </a:moveTo>
                  <a:cubicBezTo>
                    <a:pt x="519" y="1027"/>
                    <a:pt x="519" y="976"/>
                    <a:pt x="519" y="924"/>
                  </a:cubicBezTo>
                  <a:cubicBezTo>
                    <a:pt x="447" y="924"/>
                    <a:pt x="373" y="924"/>
                    <a:pt x="300" y="924"/>
                  </a:cubicBezTo>
                  <a:cubicBezTo>
                    <a:pt x="256" y="925"/>
                    <a:pt x="222" y="959"/>
                    <a:pt x="222" y="1002"/>
                  </a:cubicBezTo>
                  <a:cubicBezTo>
                    <a:pt x="222" y="1045"/>
                    <a:pt x="256" y="1080"/>
                    <a:pt x="300" y="1080"/>
                  </a:cubicBezTo>
                  <a:cubicBezTo>
                    <a:pt x="347" y="1081"/>
                    <a:pt x="395" y="1080"/>
                    <a:pt x="442" y="1080"/>
                  </a:cubicBezTo>
                  <a:cubicBezTo>
                    <a:pt x="468" y="1080"/>
                    <a:pt x="493" y="1080"/>
                    <a:pt x="519" y="10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2" name="Freeform 167"/>
            <p:cNvSpPr/>
            <p:nvPr/>
          </p:nvSpPr>
          <p:spPr bwMode="auto">
            <a:xfrm>
              <a:off x="4140" y="2164"/>
              <a:ext cx="613" cy="1166"/>
            </a:xfrm>
            <a:custGeom>
              <a:avLst/>
              <a:gdLst>
                <a:gd name="T0" fmla="*/ 161 w 258"/>
                <a:gd name="T1" fmla="*/ 448 h 491"/>
                <a:gd name="T2" fmla="*/ 130 w 258"/>
                <a:gd name="T3" fmla="*/ 491 h 491"/>
                <a:gd name="T4" fmla="*/ 98 w 258"/>
                <a:gd name="T5" fmla="*/ 448 h 491"/>
                <a:gd name="T6" fmla="*/ 33 w 258"/>
                <a:gd name="T7" fmla="*/ 409 h 491"/>
                <a:gd name="T8" fmla="*/ 4 w 258"/>
                <a:gd name="T9" fmla="*/ 339 h 491"/>
                <a:gd name="T10" fmla="*/ 32 w 258"/>
                <a:gd name="T11" fmla="*/ 305 h 491"/>
                <a:gd name="T12" fmla="*/ 63 w 258"/>
                <a:gd name="T13" fmla="*/ 336 h 491"/>
                <a:gd name="T14" fmla="*/ 118 w 258"/>
                <a:gd name="T15" fmla="*/ 390 h 491"/>
                <a:gd name="T16" fmla="*/ 192 w 258"/>
                <a:gd name="T17" fmla="*/ 352 h 491"/>
                <a:gd name="T18" fmla="*/ 146 w 258"/>
                <a:gd name="T19" fmla="*/ 279 h 491"/>
                <a:gd name="T20" fmla="*/ 100 w 258"/>
                <a:gd name="T21" fmla="*/ 273 h 491"/>
                <a:gd name="T22" fmla="*/ 4 w 258"/>
                <a:gd name="T23" fmla="*/ 168 h 491"/>
                <a:gd name="T24" fmla="*/ 87 w 258"/>
                <a:gd name="T25" fmla="*/ 50 h 491"/>
                <a:gd name="T26" fmla="*/ 100 w 258"/>
                <a:gd name="T27" fmla="*/ 32 h 491"/>
                <a:gd name="T28" fmla="*/ 129 w 258"/>
                <a:gd name="T29" fmla="*/ 1 h 491"/>
                <a:gd name="T30" fmla="*/ 159 w 258"/>
                <a:gd name="T31" fmla="*/ 31 h 491"/>
                <a:gd name="T32" fmla="*/ 175 w 258"/>
                <a:gd name="T33" fmla="*/ 51 h 491"/>
                <a:gd name="T34" fmla="*/ 255 w 258"/>
                <a:gd name="T35" fmla="*/ 154 h 491"/>
                <a:gd name="T36" fmla="*/ 231 w 258"/>
                <a:gd name="T37" fmla="*/ 189 h 491"/>
                <a:gd name="T38" fmla="*/ 196 w 258"/>
                <a:gd name="T39" fmla="*/ 162 h 491"/>
                <a:gd name="T40" fmla="*/ 158 w 258"/>
                <a:gd name="T41" fmla="*/ 109 h 491"/>
                <a:gd name="T42" fmla="*/ 84 w 258"/>
                <a:gd name="T43" fmla="*/ 119 h 491"/>
                <a:gd name="T44" fmla="*/ 65 w 258"/>
                <a:gd name="T45" fmla="*/ 173 h 491"/>
                <a:gd name="T46" fmla="*/ 119 w 258"/>
                <a:gd name="T47" fmla="*/ 216 h 491"/>
                <a:gd name="T48" fmla="*/ 158 w 258"/>
                <a:gd name="T49" fmla="*/ 221 h 491"/>
                <a:gd name="T50" fmla="*/ 255 w 258"/>
                <a:gd name="T51" fmla="*/ 328 h 491"/>
                <a:gd name="T52" fmla="*/ 170 w 258"/>
                <a:gd name="T53" fmla="*/ 445 h 491"/>
                <a:gd name="T54" fmla="*/ 161 w 258"/>
                <a:gd name="T55" fmla="*/ 448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58" h="491">
                  <a:moveTo>
                    <a:pt x="161" y="448"/>
                  </a:moveTo>
                  <a:cubicBezTo>
                    <a:pt x="157" y="479"/>
                    <a:pt x="149" y="491"/>
                    <a:pt x="130" y="491"/>
                  </a:cubicBezTo>
                  <a:cubicBezTo>
                    <a:pt x="111" y="491"/>
                    <a:pt x="102" y="480"/>
                    <a:pt x="98" y="448"/>
                  </a:cubicBezTo>
                  <a:cubicBezTo>
                    <a:pt x="73" y="441"/>
                    <a:pt x="50" y="429"/>
                    <a:pt x="33" y="409"/>
                  </a:cubicBezTo>
                  <a:cubicBezTo>
                    <a:pt x="15" y="389"/>
                    <a:pt x="5" y="366"/>
                    <a:pt x="4" y="339"/>
                  </a:cubicBezTo>
                  <a:cubicBezTo>
                    <a:pt x="3" y="319"/>
                    <a:pt x="15" y="306"/>
                    <a:pt x="32" y="305"/>
                  </a:cubicBezTo>
                  <a:cubicBezTo>
                    <a:pt x="49" y="304"/>
                    <a:pt x="62" y="316"/>
                    <a:pt x="63" y="336"/>
                  </a:cubicBezTo>
                  <a:cubicBezTo>
                    <a:pt x="66" y="365"/>
                    <a:pt x="88" y="387"/>
                    <a:pt x="118" y="390"/>
                  </a:cubicBezTo>
                  <a:cubicBezTo>
                    <a:pt x="151" y="395"/>
                    <a:pt x="182" y="379"/>
                    <a:pt x="192" y="352"/>
                  </a:cubicBezTo>
                  <a:cubicBezTo>
                    <a:pt x="204" y="321"/>
                    <a:pt x="182" y="286"/>
                    <a:pt x="146" y="279"/>
                  </a:cubicBezTo>
                  <a:cubicBezTo>
                    <a:pt x="130" y="276"/>
                    <a:pt x="115" y="277"/>
                    <a:pt x="100" y="273"/>
                  </a:cubicBezTo>
                  <a:cubicBezTo>
                    <a:pt x="46" y="262"/>
                    <a:pt x="7" y="218"/>
                    <a:pt x="4" y="168"/>
                  </a:cubicBezTo>
                  <a:cubicBezTo>
                    <a:pt x="0" y="115"/>
                    <a:pt x="33" y="68"/>
                    <a:pt x="87" y="50"/>
                  </a:cubicBezTo>
                  <a:cubicBezTo>
                    <a:pt x="97" y="47"/>
                    <a:pt x="100" y="42"/>
                    <a:pt x="100" y="32"/>
                  </a:cubicBezTo>
                  <a:cubicBezTo>
                    <a:pt x="100" y="14"/>
                    <a:pt x="112" y="1"/>
                    <a:pt x="129" y="1"/>
                  </a:cubicBezTo>
                  <a:cubicBezTo>
                    <a:pt x="145" y="0"/>
                    <a:pt x="160" y="13"/>
                    <a:pt x="159" y="31"/>
                  </a:cubicBezTo>
                  <a:cubicBezTo>
                    <a:pt x="158" y="44"/>
                    <a:pt x="164" y="48"/>
                    <a:pt x="175" y="51"/>
                  </a:cubicBezTo>
                  <a:cubicBezTo>
                    <a:pt x="221" y="67"/>
                    <a:pt x="253" y="109"/>
                    <a:pt x="255" y="154"/>
                  </a:cubicBezTo>
                  <a:cubicBezTo>
                    <a:pt x="256" y="173"/>
                    <a:pt x="247" y="187"/>
                    <a:pt x="231" y="189"/>
                  </a:cubicBezTo>
                  <a:cubicBezTo>
                    <a:pt x="212" y="192"/>
                    <a:pt x="197" y="181"/>
                    <a:pt x="196" y="162"/>
                  </a:cubicBezTo>
                  <a:cubicBezTo>
                    <a:pt x="194" y="136"/>
                    <a:pt x="181" y="118"/>
                    <a:pt x="158" y="109"/>
                  </a:cubicBezTo>
                  <a:cubicBezTo>
                    <a:pt x="132" y="98"/>
                    <a:pt x="107" y="101"/>
                    <a:pt x="84" y="119"/>
                  </a:cubicBezTo>
                  <a:cubicBezTo>
                    <a:pt x="67" y="133"/>
                    <a:pt x="59" y="151"/>
                    <a:pt x="65" y="173"/>
                  </a:cubicBezTo>
                  <a:cubicBezTo>
                    <a:pt x="72" y="196"/>
                    <a:pt x="94" y="214"/>
                    <a:pt x="119" y="216"/>
                  </a:cubicBezTo>
                  <a:cubicBezTo>
                    <a:pt x="132" y="218"/>
                    <a:pt x="146" y="218"/>
                    <a:pt x="158" y="221"/>
                  </a:cubicBezTo>
                  <a:cubicBezTo>
                    <a:pt x="213" y="233"/>
                    <a:pt x="252" y="277"/>
                    <a:pt x="255" y="328"/>
                  </a:cubicBezTo>
                  <a:cubicBezTo>
                    <a:pt x="258" y="381"/>
                    <a:pt x="224" y="427"/>
                    <a:pt x="170" y="445"/>
                  </a:cubicBezTo>
                  <a:cubicBezTo>
                    <a:pt x="167" y="446"/>
                    <a:pt x="164" y="447"/>
                    <a:pt x="161" y="4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3" name="Freeform 168"/>
            <p:cNvSpPr/>
            <p:nvPr/>
          </p:nvSpPr>
          <p:spPr bwMode="auto">
            <a:xfrm>
              <a:off x="4737" y="1900"/>
              <a:ext cx="639" cy="1335"/>
            </a:xfrm>
            <a:custGeom>
              <a:avLst/>
              <a:gdLst>
                <a:gd name="T0" fmla="*/ 269 w 269"/>
                <a:gd name="T1" fmla="*/ 350 h 562"/>
                <a:gd name="T2" fmla="*/ 224 w 269"/>
                <a:gd name="T3" fmla="*/ 541 h 562"/>
                <a:gd name="T4" fmla="*/ 189 w 269"/>
                <a:gd name="T5" fmla="*/ 558 h 562"/>
                <a:gd name="T6" fmla="*/ 167 w 269"/>
                <a:gd name="T7" fmla="*/ 531 h 562"/>
                <a:gd name="T8" fmla="*/ 174 w 269"/>
                <a:gd name="T9" fmla="*/ 507 h 562"/>
                <a:gd name="T10" fmla="*/ 182 w 269"/>
                <a:gd name="T11" fmla="*/ 232 h 562"/>
                <a:gd name="T12" fmla="*/ 32 w 269"/>
                <a:gd name="T13" fmla="*/ 68 h 562"/>
                <a:gd name="T14" fmla="*/ 22 w 269"/>
                <a:gd name="T15" fmla="*/ 63 h 562"/>
                <a:gd name="T16" fmla="*/ 8 w 269"/>
                <a:gd name="T17" fmla="*/ 22 h 562"/>
                <a:gd name="T18" fmla="*/ 49 w 269"/>
                <a:gd name="T19" fmla="*/ 10 h 562"/>
                <a:gd name="T20" fmla="*/ 130 w 269"/>
                <a:gd name="T21" fmla="*/ 63 h 562"/>
                <a:gd name="T22" fmla="*/ 269 w 269"/>
                <a:gd name="T23" fmla="*/ 35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9" h="562">
                  <a:moveTo>
                    <a:pt x="269" y="350"/>
                  </a:moveTo>
                  <a:cubicBezTo>
                    <a:pt x="268" y="424"/>
                    <a:pt x="254" y="484"/>
                    <a:pt x="224" y="541"/>
                  </a:cubicBezTo>
                  <a:cubicBezTo>
                    <a:pt x="216" y="556"/>
                    <a:pt x="204" y="562"/>
                    <a:pt x="189" y="558"/>
                  </a:cubicBezTo>
                  <a:cubicBezTo>
                    <a:pt x="176" y="554"/>
                    <a:pt x="167" y="545"/>
                    <a:pt x="167" y="531"/>
                  </a:cubicBezTo>
                  <a:cubicBezTo>
                    <a:pt x="167" y="523"/>
                    <a:pt x="170" y="515"/>
                    <a:pt x="174" y="507"/>
                  </a:cubicBezTo>
                  <a:cubicBezTo>
                    <a:pt x="217" y="417"/>
                    <a:pt x="221" y="325"/>
                    <a:pt x="182" y="232"/>
                  </a:cubicBezTo>
                  <a:cubicBezTo>
                    <a:pt x="152" y="160"/>
                    <a:pt x="101" y="105"/>
                    <a:pt x="32" y="68"/>
                  </a:cubicBezTo>
                  <a:cubicBezTo>
                    <a:pt x="29" y="67"/>
                    <a:pt x="25" y="65"/>
                    <a:pt x="22" y="63"/>
                  </a:cubicBezTo>
                  <a:cubicBezTo>
                    <a:pt x="6" y="53"/>
                    <a:pt x="0" y="37"/>
                    <a:pt x="8" y="22"/>
                  </a:cubicBezTo>
                  <a:cubicBezTo>
                    <a:pt x="15" y="7"/>
                    <a:pt x="33" y="0"/>
                    <a:pt x="49" y="10"/>
                  </a:cubicBezTo>
                  <a:cubicBezTo>
                    <a:pt x="77" y="26"/>
                    <a:pt x="105" y="42"/>
                    <a:pt x="130" y="63"/>
                  </a:cubicBezTo>
                  <a:cubicBezTo>
                    <a:pt x="221" y="140"/>
                    <a:pt x="266" y="240"/>
                    <a:pt x="269" y="3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4" name="Freeform 169"/>
            <p:cNvSpPr/>
            <p:nvPr/>
          </p:nvSpPr>
          <p:spPr bwMode="auto">
            <a:xfrm>
              <a:off x="3521" y="2280"/>
              <a:ext cx="638" cy="1330"/>
            </a:xfrm>
            <a:custGeom>
              <a:avLst/>
              <a:gdLst>
                <a:gd name="T0" fmla="*/ 0 w 269"/>
                <a:gd name="T1" fmla="*/ 212 h 560"/>
                <a:gd name="T2" fmla="*/ 45 w 269"/>
                <a:gd name="T3" fmla="*/ 20 h 560"/>
                <a:gd name="T4" fmla="*/ 78 w 269"/>
                <a:gd name="T5" fmla="*/ 2 h 560"/>
                <a:gd name="T6" fmla="*/ 102 w 269"/>
                <a:gd name="T7" fmla="*/ 28 h 560"/>
                <a:gd name="T8" fmla="*/ 95 w 269"/>
                <a:gd name="T9" fmla="*/ 53 h 560"/>
                <a:gd name="T10" fmla="*/ 88 w 269"/>
                <a:gd name="T11" fmla="*/ 330 h 560"/>
                <a:gd name="T12" fmla="*/ 235 w 269"/>
                <a:gd name="T13" fmla="*/ 491 h 560"/>
                <a:gd name="T14" fmla="*/ 250 w 269"/>
                <a:gd name="T15" fmla="*/ 499 h 560"/>
                <a:gd name="T16" fmla="*/ 261 w 269"/>
                <a:gd name="T17" fmla="*/ 540 h 560"/>
                <a:gd name="T18" fmla="*/ 222 w 269"/>
                <a:gd name="T19" fmla="*/ 551 h 560"/>
                <a:gd name="T20" fmla="*/ 142 w 269"/>
                <a:gd name="T21" fmla="*/ 500 h 560"/>
                <a:gd name="T22" fmla="*/ 0 w 269"/>
                <a:gd name="T23" fmla="*/ 212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9" h="560">
                  <a:moveTo>
                    <a:pt x="0" y="212"/>
                  </a:moveTo>
                  <a:cubicBezTo>
                    <a:pt x="1" y="137"/>
                    <a:pt x="15" y="77"/>
                    <a:pt x="45" y="20"/>
                  </a:cubicBezTo>
                  <a:cubicBezTo>
                    <a:pt x="52" y="6"/>
                    <a:pt x="63" y="0"/>
                    <a:pt x="78" y="2"/>
                  </a:cubicBezTo>
                  <a:cubicBezTo>
                    <a:pt x="92" y="5"/>
                    <a:pt x="101" y="14"/>
                    <a:pt x="102" y="28"/>
                  </a:cubicBezTo>
                  <a:cubicBezTo>
                    <a:pt x="102" y="36"/>
                    <a:pt x="99" y="45"/>
                    <a:pt x="95" y="53"/>
                  </a:cubicBezTo>
                  <a:cubicBezTo>
                    <a:pt x="52" y="144"/>
                    <a:pt x="48" y="237"/>
                    <a:pt x="88" y="330"/>
                  </a:cubicBezTo>
                  <a:cubicBezTo>
                    <a:pt x="118" y="401"/>
                    <a:pt x="168" y="454"/>
                    <a:pt x="235" y="491"/>
                  </a:cubicBezTo>
                  <a:cubicBezTo>
                    <a:pt x="240" y="494"/>
                    <a:pt x="245" y="496"/>
                    <a:pt x="250" y="499"/>
                  </a:cubicBezTo>
                  <a:cubicBezTo>
                    <a:pt x="264" y="509"/>
                    <a:pt x="269" y="525"/>
                    <a:pt x="261" y="540"/>
                  </a:cubicBezTo>
                  <a:cubicBezTo>
                    <a:pt x="253" y="553"/>
                    <a:pt x="237" y="560"/>
                    <a:pt x="222" y="551"/>
                  </a:cubicBezTo>
                  <a:cubicBezTo>
                    <a:pt x="194" y="535"/>
                    <a:pt x="166" y="520"/>
                    <a:pt x="142" y="500"/>
                  </a:cubicBezTo>
                  <a:cubicBezTo>
                    <a:pt x="49" y="422"/>
                    <a:pt x="3" y="322"/>
                    <a:pt x="0" y="2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5" name="Freeform 170"/>
            <p:cNvSpPr/>
            <p:nvPr/>
          </p:nvSpPr>
          <p:spPr bwMode="auto">
            <a:xfrm>
              <a:off x="4483" y="1829"/>
              <a:ext cx="149" cy="144"/>
            </a:xfrm>
            <a:custGeom>
              <a:avLst/>
              <a:gdLst>
                <a:gd name="T0" fmla="*/ 62 w 63"/>
                <a:gd name="T1" fmla="*/ 31 h 61"/>
                <a:gd name="T2" fmla="*/ 31 w 63"/>
                <a:gd name="T3" fmla="*/ 60 h 61"/>
                <a:gd name="T4" fmla="*/ 1 w 63"/>
                <a:gd name="T5" fmla="*/ 30 h 61"/>
                <a:gd name="T6" fmla="*/ 32 w 63"/>
                <a:gd name="T7" fmla="*/ 0 h 61"/>
                <a:gd name="T8" fmla="*/ 62 w 63"/>
                <a:gd name="T9" fmla="*/ 3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61">
                  <a:moveTo>
                    <a:pt x="62" y="31"/>
                  </a:moveTo>
                  <a:cubicBezTo>
                    <a:pt x="62" y="48"/>
                    <a:pt x="48" y="61"/>
                    <a:pt x="31" y="60"/>
                  </a:cubicBezTo>
                  <a:cubicBezTo>
                    <a:pt x="14" y="60"/>
                    <a:pt x="0" y="46"/>
                    <a:pt x="1" y="30"/>
                  </a:cubicBezTo>
                  <a:cubicBezTo>
                    <a:pt x="1" y="13"/>
                    <a:pt x="15" y="0"/>
                    <a:pt x="32" y="0"/>
                  </a:cubicBezTo>
                  <a:cubicBezTo>
                    <a:pt x="49" y="1"/>
                    <a:pt x="63" y="14"/>
                    <a:pt x="62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6" name="Freeform 171"/>
            <p:cNvSpPr/>
            <p:nvPr/>
          </p:nvSpPr>
          <p:spPr bwMode="auto">
            <a:xfrm>
              <a:off x="4266" y="3539"/>
              <a:ext cx="148" cy="143"/>
            </a:xfrm>
            <a:custGeom>
              <a:avLst/>
              <a:gdLst>
                <a:gd name="T0" fmla="*/ 61 w 62"/>
                <a:gd name="T1" fmla="*/ 30 h 60"/>
                <a:gd name="T2" fmla="*/ 31 w 62"/>
                <a:gd name="T3" fmla="*/ 60 h 60"/>
                <a:gd name="T4" fmla="*/ 0 w 62"/>
                <a:gd name="T5" fmla="*/ 30 h 60"/>
                <a:gd name="T6" fmla="*/ 30 w 62"/>
                <a:gd name="T7" fmla="*/ 0 h 60"/>
                <a:gd name="T8" fmla="*/ 61 w 62"/>
                <a:gd name="T9" fmla="*/ 3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60">
                  <a:moveTo>
                    <a:pt x="61" y="30"/>
                  </a:moveTo>
                  <a:cubicBezTo>
                    <a:pt x="62" y="47"/>
                    <a:pt x="48" y="60"/>
                    <a:pt x="31" y="60"/>
                  </a:cubicBezTo>
                  <a:cubicBezTo>
                    <a:pt x="14" y="60"/>
                    <a:pt x="0" y="47"/>
                    <a:pt x="0" y="30"/>
                  </a:cubicBezTo>
                  <a:cubicBezTo>
                    <a:pt x="0" y="14"/>
                    <a:pt x="13" y="0"/>
                    <a:pt x="30" y="0"/>
                  </a:cubicBezTo>
                  <a:cubicBezTo>
                    <a:pt x="47" y="0"/>
                    <a:pt x="61" y="13"/>
                    <a:pt x="61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5172710" y="1630045"/>
            <a:ext cx="6019800" cy="7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172710" y="1229995"/>
            <a:ext cx="326263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n-ea"/>
                <a:sym typeface="+mn-lt"/>
              </a:rPr>
              <a:t>主要目标添加内容描述这里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4723765" y="1229995"/>
            <a:ext cx="347345" cy="353695"/>
            <a:chOff x="4717593" y="883663"/>
            <a:chExt cx="484327" cy="493191"/>
          </a:xfrm>
        </p:grpSpPr>
        <p:sp>
          <p:nvSpPr>
            <p:cNvPr id="62" name="六边形 61"/>
            <p:cNvSpPr/>
            <p:nvPr/>
          </p:nvSpPr>
          <p:spPr>
            <a:xfrm>
              <a:off x="4717593" y="883663"/>
              <a:ext cx="484327" cy="493191"/>
            </a:xfrm>
            <a:prstGeom prst="hexagon">
              <a:avLst>
                <a:gd name="adj" fmla="val 0"/>
                <a:gd name="vf" fmla="val 115470"/>
              </a:avLst>
            </a:prstGeom>
            <a:solidFill>
              <a:srgbClr val="285B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 rot="5400000">
              <a:off x="4809596" y="998387"/>
              <a:ext cx="300319" cy="263742"/>
            </a:xfrm>
            <a:custGeom>
              <a:avLst/>
              <a:gdLst>
                <a:gd name="connsiteX0" fmla="*/ 0 w 1047548"/>
                <a:gd name="connsiteY0" fmla="*/ 919963 h 919963"/>
                <a:gd name="connsiteX1" fmla="*/ 523774 w 1047548"/>
                <a:gd name="connsiteY1" fmla="*/ 0 h 919963"/>
                <a:gd name="connsiteX2" fmla="*/ 1047548 w 1047548"/>
                <a:gd name="connsiteY2" fmla="*/ 919963 h 919963"/>
                <a:gd name="connsiteX3" fmla="*/ 523774 w 1047548"/>
                <a:gd name="connsiteY3" fmla="*/ 588010 h 919963"/>
                <a:gd name="connsiteX4" fmla="*/ 0 w 1047548"/>
                <a:gd name="connsiteY4" fmla="*/ 919963 h 91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548" h="919963">
                  <a:moveTo>
                    <a:pt x="0" y="919963"/>
                  </a:moveTo>
                  <a:lnTo>
                    <a:pt x="523774" y="0"/>
                  </a:lnTo>
                  <a:lnTo>
                    <a:pt x="1047548" y="919963"/>
                  </a:lnTo>
                  <a:lnTo>
                    <a:pt x="523774" y="588010"/>
                  </a:lnTo>
                  <a:lnTo>
                    <a:pt x="0" y="9199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5871210" y="3331845"/>
            <a:ext cx="5072380" cy="1067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5871210" y="2931795"/>
            <a:ext cx="326263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n-ea"/>
                <a:sym typeface="+mn-lt"/>
              </a:rPr>
              <a:t>主要目标添加内容描述这里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67" name="组合 66"/>
          <p:cNvGrpSpPr/>
          <p:nvPr/>
        </p:nvGrpSpPr>
        <p:grpSpPr>
          <a:xfrm rot="0">
            <a:off x="5422265" y="2931795"/>
            <a:ext cx="347345" cy="353695"/>
            <a:chOff x="4717593" y="883663"/>
            <a:chExt cx="484327" cy="493191"/>
          </a:xfrm>
        </p:grpSpPr>
        <p:sp>
          <p:nvSpPr>
            <p:cNvPr id="68" name="六边形 67"/>
            <p:cNvSpPr/>
            <p:nvPr/>
          </p:nvSpPr>
          <p:spPr>
            <a:xfrm>
              <a:off x="4717593" y="883663"/>
              <a:ext cx="484327" cy="493191"/>
            </a:xfrm>
            <a:prstGeom prst="hexagon">
              <a:avLst>
                <a:gd name="adj" fmla="val 0"/>
                <a:gd name="vf" fmla="val 115470"/>
              </a:avLst>
            </a:prstGeom>
            <a:solidFill>
              <a:srgbClr val="B50B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 rot="5400000">
              <a:off x="4809596" y="998387"/>
              <a:ext cx="300319" cy="263742"/>
            </a:xfrm>
            <a:custGeom>
              <a:avLst/>
              <a:gdLst>
                <a:gd name="connsiteX0" fmla="*/ 0 w 1047548"/>
                <a:gd name="connsiteY0" fmla="*/ 919963 h 919963"/>
                <a:gd name="connsiteX1" fmla="*/ 523774 w 1047548"/>
                <a:gd name="connsiteY1" fmla="*/ 0 h 919963"/>
                <a:gd name="connsiteX2" fmla="*/ 1047548 w 1047548"/>
                <a:gd name="connsiteY2" fmla="*/ 919963 h 919963"/>
                <a:gd name="connsiteX3" fmla="*/ 523774 w 1047548"/>
                <a:gd name="connsiteY3" fmla="*/ 588010 h 919963"/>
                <a:gd name="connsiteX4" fmla="*/ 0 w 1047548"/>
                <a:gd name="connsiteY4" fmla="*/ 919963 h 91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548" h="919963">
                  <a:moveTo>
                    <a:pt x="0" y="919963"/>
                  </a:moveTo>
                  <a:lnTo>
                    <a:pt x="523774" y="0"/>
                  </a:lnTo>
                  <a:lnTo>
                    <a:pt x="1047548" y="919963"/>
                  </a:lnTo>
                  <a:lnTo>
                    <a:pt x="523774" y="588010"/>
                  </a:lnTo>
                  <a:lnTo>
                    <a:pt x="0" y="9199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71" name="文本框 70"/>
          <p:cNvSpPr txBox="1"/>
          <p:nvPr/>
        </p:nvSpPr>
        <p:spPr>
          <a:xfrm>
            <a:off x="5252085" y="5182235"/>
            <a:ext cx="6019800" cy="7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zh-CN" altLang="en-US"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项目立项的依据、课题研究的基本内容、重点和难点、省内外同类课题研究状况、研究方法、本课题的理论意义和实践意义；</a:t>
            </a:r>
            <a:endParaRPr lang="en-US" altLang="zh-CN" sz="16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252085" y="4782185"/>
            <a:ext cx="3262630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n-ea"/>
                <a:sym typeface="+mn-lt"/>
              </a:rPr>
              <a:t>主要目标添加内容描述这里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 rot="0">
            <a:off x="4803140" y="4782185"/>
            <a:ext cx="347345" cy="353695"/>
            <a:chOff x="4717593" y="883663"/>
            <a:chExt cx="484327" cy="493191"/>
          </a:xfrm>
        </p:grpSpPr>
        <p:sp>
          <p:nvSpPr>
            <p:cNvPr id="74" name="六边形 73"/>
            <p:cNvSpPr/>
            <p:nvPr/>
          </p:nvSpPr>
          <p:spPr>
            <a:xfrm>
              <a:off x="4717593" y="883663"/>
              <a:ext cx="484327" cy="493191"/>
            </a:xfrm>
            <a:prstGeom prst="hexagon">
              <a:avLst>
                <a:gd name="adj" fmla="val 0"/>
                <a:gd name="vf" fmla="val 11547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 rot="5400000">
              <a:off x="4809596" y="998387"/>
              <a:ext cx="300319" cy="263742"/>
            </a:xfrm>
            <a:custGeom>
              <a:avLst/>
              <a:gdLst>
                <a:gd name="connsiteX0" fmla="*/ 0 w 1047548"/>
                <a:gd name="connsiteY0" fmla="*/ 919963 h 919963"/>
                <a:gd name="connsiteX1" fmla="*/ 523774 w 1047548"/>
                <a:gd name="connsiteY1" fmla="*/ 0 h 919963"/>
                <a:gd name="connsiteX2" fmla="*/ 1047548 w 1047548"/>
                <a:gd name="connsiteY2" fmla="*/ 919963 h 919963"/>
                <a:gd name="connsiteX3" fmla="*/ 523774 w 1047548"/>
                <a:gd name="connsiteY3" fmla="*/ 588010 h 919963"/>
                <a:gd name="connsiteX4" fmla="*/ 0 w 1047548"/>
                <a:gd name="connsiteY4" fmla="*/ 919963 h 91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548" h="919963">
                  <a:moveTo>
                    <a:pt x="0" y="919963"/>
                  </a:moveTo>
                  <a:lnTo>
                    <a:pt x="523774" y="0"/>
                  </a:lnTo>
                  <a:lnTo>
                    <a:pt x="1047548" y="919963"/>
                  </a:lnTo>
                  <a:lnTo>
                    <a:pt x="523774" y="588010"/>
                  </a:lnTo>
                  <a:lnTo>
                    <a:pt x="0" y="9199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841760" y="314325"/>
            <a:ext cx="4050279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项目经费与效益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3984624" y="764381"/>
            <a:ext cx="7660005" cy="20955"/>
          </a:xfrm>
          <a:prstGeom prst="line">
            <a:avLst/>
          </a:prstGeom>
          <a:ln w="158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0215563" y="693391"/>
            <a:ext cx="1428750" cy="45719"/>
          </a:xfrm>
          <a:prstGeom prst="rect">
            <a:avLst/>
          </a:prstGeom>
          <a:pattFill prst="wdUpDiag">
            <a:fgClr>
              <a:srgbClr val="99000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089082" y="352206"/>
            <a:ext cx="2574421" cy="398780"/>
            <a:chOff x="2818447" y="364271"/>
            <a:chExt cx="2574421" cy="398780"/>
          </a:xfrm>
        </p:grpSpPr>
        <p:sp>
          <p:nvSpPr>
            <p:cNvPr id="41" name="文本框 40"/>
            <p:cNvSpPr txBox="1"/>
            <p:nvPr/>
          </p:nvSpPr>
          <p:spPr>
            <a:xfrm>
              <a:off x="3174206" y="364271"/>
              <a:ext cx="2218662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990000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rPr>
                <a:t>社会效益</a:t>
              </a:r>
              <a:endParaRPr lang="zh-CN" altLang="en-US" sz="2000" dirty="0">
                <a:solidFill>
                  <a:srgbClr val="990000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2818447" y="372040"/>
              <a:ext cx="301943" cy="368300"/>
              <a:chOff x="2818447" y="372040"/>
              <a:chExt cx="301943" cy="368300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2834640" y="403860"/>
                <a:ext cx="285750" cy="285750"/>
              </a:xfrm>
              <a:prstGeom prst="ellipse">
                <a:avLst/>
              </a:prstGeom>
              <a:solidFill>
                <a:srgbClr val="99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2818447" y="372040"/>
                <a:ext cx="292894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汉仪旗黑-55简" panose="00020600040101010101" pitchFamily="18" charset="-122"/>
                    <a:ea typeface="汉仪旗黑-55简" panose="00020600040101010101" pitchFamily="18" charset="-122"/>
                    <a:sym typeface="汉仪旗黑-55简" panose="00020600040101010101" pitchFamily="18" charset="-122"/>
                  </a:rPr>
                  <a:t>3</a:t>
                </a:r>
                <a:endParaRPr lang="zh-CN" altLang="en-US" dirty="0">
                  <a:solidFill>
                    <a:schemeClr val="bg1"/>
                  </a:solidFill>
                  <a:latin typeface="汉仪旗黑-55简" panose="00020600040101010101" pitchFamily="18" charset="-122"/>
                  <a:ea typeface="汉仪旗黑-55简" panose="00020600040101010101" pitchFamily="18" charset="-122"/>
                  <a:sym typeface="汉仪旗黑-55简" panose="00020600040101010101" pitchFamily="18" charset="-122"/>
                </a:endParaRPr>
              </a:p>
            </p:txBody>
          </p:sp>
        </p:grpSp>
      </p:grpSp>
      <p:sp>
        <p:nvSpPr>
          <p:cNvPr id="2" name="Freeform 5"/>
          <p:cNvSpPr/>
          <p:nvPr>
            <p:custDataLst>
              <p:tags r:id="rId1"/>
            </p:custDataLst>
          </p:nvPr>
        </p:nvSpPr>
        <p:spPr bwMode="auto">
          <a:xfrm>
            <a:off x="1072292" y="1628251"/>
            <a:ext cx="2239958" cy="4643009"/>
          </a:xfrm>
          <a:custGeom>
            <a:avLst/>
            <a:gdLst>
              <a:gd name="T0" fmla="*/ 348 w 672"/>
              <a:gd name="T1" fmla="*/ 3 h 1483"/>
              <a:gd name="T2" fmla="*/ 650 w 672"/>
              <a:gd name="T3" fmla="*/ 115 h 1483"/>
              <a:gd name="T4" fmla="*/ 672 w 672"/>
              <a:gd name="T5" fmla="*/ 147 h 1483"/>
              <a:gd name="T6" fmla="*/ 672 w 672"/>
              <a:gd name="T7" fmla="*/ 1336 h 1483"/>
              <a:gd name="T8" fmla="*/ 650 w 672"/>
              <a:gd name="T9" fmla="*/ 1368 h 1483"/>
              <a:gd name="T10" fmla="*/ 348 w 672"/>
              <a:gd name="T11" fmla="*/ 1480 h 1483"/>
              <a:gd name="T12" fmla="*/ 324 w 672"/>
              <a:gd name="T13" fmla="*/ 1480 h 1483"/>
              <a:gd name="T14" fmla="*/ 23 w 672"/>
              <a:gd name="T15" fmla="*/ 1368 h 1483"/>
              <a:gd name="T16" fmla="*/ 0 w 672"/>
              <a:gd name="T17" fmla="*/ 1336 h 1483"/>
              <a:gd name="T18" fmla="*/ 0 w 672"/>
              <a:gd name="T19" fmla="*/ 147 h 1483"/>
              <a:gd name="T20" fmla="*/ 23 w 672"/>
              <a:gd name="T21" fmla="*/ 115 h 1483"/>
              <a:gd name="T22" fmla="*/ 324 w 672"/>
              <a:gd name="T23" fmla="*/ 3 h 1483"/>
              <a:gd name="T24" fmla="*/ 348 w 672"/>
              <a:gd name="T25" fmla="*/ 3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2" h="1483">
                <a:moveTo>
                  <a:pt x="348" y="3"/>
                </a:moveTo>
                <a:cubicBezTo>
                  <a:pt x="650" y="115"/>
                  <a:pt x="650" y="115"/>
                  <a:pt x="650" y="115"/>
                </a:cubicBezTo>
                <a:cubicBezTo>
                  <a:pt x="663" y="120"/>
                  <a:pt x="672" y="133"/>
                  <a:pt x="672" y="147"/>
                </a:cubicBezTo>
                <a:cubicBezTo>
                  <a:pt x="672" y="1336"/>
                  <a:pt x="672" y="1336"/>
                  <a:pt x="672" y="1336"/>
                </a:cubicBezTo>
                <a:cubicBezTo>
                  <a:pt x="672" y="1351"/>
                  <a:pt x="663" y="1363"/>
                  <a:pt x="650" y="1368"/>
                </a:cubicBezTo>
                <a:cubicBezTo>
                  <a:pt x="348" y="1480"/>
                  <a:pt x="348" y="1480"/>
                  <a:pt x="348" y="1480"/>
                </a:cubicBezTo>
                <a:cubicBezTo>
                  <a:pt x="340" y="1483"/>
                  <a:pt x="332" y="1483"/>
                  <a:pt x="324" y="1480"/>
                </a:cubicBezTo>
                <a:cubicBezTo>
                  <a:pt x="23" y="1368"/>
                  <a:pt x="23" y="1368"/>
                  <a:pt x="23" y="1368"/>
                </a:cubicBezTo>
                <a:cubicBezTo>
                  <a:pt x="9" y="1363"/>
                  <a:pt x="0" y="1351"/>
                  <a:pt x="0" y="1336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33"/>
                  <a:pt x="9" y="120"/>
                  <a:pt x="23" y="115"/>
                </a:cubicBezTo>
                <a:cubicBezTo>
                  <a:pt x="324" y="3"/>
                  <a:pt x="324" y="3"/>
                  <a:pt x="324" y="3"/>
                </a:cubicBezTo>
                <a:cubicBezTo>
                  <a:pt x="332" y="0"/>
                  <a:pt x="340" y="0"/>
                  <a:pt x="348" y="3"/>
                </a:cubicBezTo>
                <a:close/>
              </a:path>
            </a:pathLst>
          </a:custGeom>
          <a:solidFill>
            <a:srgbClr val="C00000"/>
          </a:solidFill>
          <a:ln w="190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7" name="Freeform 5"/>
          <p:cNvSpPr/>
          <p:nvPr>
            <p:custDataLst>
              <p:tags r:id="rId2"/>
            </p:custDataLst>
          </p:nvPr>
        </p:nvSpPr>
        <p:spPr bwMode="auto">
          <a:xfrm>
            <a:off x="3666665" y="1628251"/>
            <a:ext cx="2239958" cy="4643009"/>
          </a:xfrm>
          <a:custGeom>
            <a:avLst/>
            <a:gdLst>
              <a:gd name="T0" fmla="*/ 348 w 672"/>
              <a:gd name="T1" fmla="*/ 3 h 1483"/>
              <a:gd name="T2" fmla="*/ 650 w 672"/>
              <a:gd name="T3" fmla="*/ 115 h 1483"/>
              <a:gd name="T4" fmla="*/ 672 w 672"/>
              <a:gd name="T5" fmla="*/ 147 h 1483"/>
              <a:gd name="T6" fmla="*/ 672 w 672"/>
              <a:gd name="T7" fmla="*/ 1336 h 1483"/>
              <a:gd name="T8" fmla="*/ 650 w 672"/>
              <a:gd name="T9" fmla="*/ 1368 h 1483"/>
              <a:gd name="T10" fmla="*/ 348 w 672"/>
              <a:gd name="T11" fmla="*/ 1480 h 1483"/>
              <a:gd name="T12" fmla="*/ 324 w 672"/>
              <a:gd name="T13" fmla="*/ 1480 h 1483"/>
              <a:gd name="T14" fmla="*/ 23 w 672"/>
              <a:gd name="T15" fmla="*/ 1368 h 1483"/>
              <a:gd name="T16" fmla="*/ 0 w 672"/>
              <a:gd name="T17" fmla="*/ 1336 h 1483"/>
              <a:gd name="T18" fmla="*/ 0 w 672"/>
              <a:gd name="T19" fmla="*/ 147 h 1483"/>
              <a:gd name="T20" fmla="*/ 23 w 672"/>
              <a:gd name="T21" fmla="*/ 115 h 1483"/>
              <a:gd name="T22" fmla="*/ 324 w 672"/>
              <a:gd name="T23" fmla="*/ 3 h 1483"/>
              <a:gd name="T24" fmla="*/ 348 w 672"/>
              <a:gd name="T25" fmla="*/ 3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2" h="1483">
                <a:moveTo>
                  <a:pt x="348" y="3"/>
                </a:moveTo>
                <a:cubicBezTo>
                  <a:pt x="650" y="115"/>
                  <a:pt x="650" y="115"/>
                  <a:pt x="650" y="115"/>
                </a:cubicBezTo>
                <a:cubicBezTo>
                  <a:pt x="663" y="120"/>
                  <a:pt x="672" y="133"/>
                  <a:pt x="672" y="147"/>
                </a:cubicBezTo>
                <a:cubicBezTo>
                  <a:pt x="672" y="1336"/>
                  <a:pt x="672" y="1336"/>
                  <a:pt x="672" y="1336"/>
                </a:cubicBezTo>
                <a:cubicBezTo>
                  <a:pt x="672" y="1351"/>
                  <a:pt x="663" y="1363"/>
                  <a:pt x="650" y="1368"/>
                </a:cubicBezTo>
                <a:cubicBezTo>
                  <a:pt x="348" y="1480"/>
                  <a:pt x="348" y="1480"/>
                  <a:pt x="348" y="1480"/>
                </a:cubicBezTo>
                <a:cubicBezTo>
                  <a:pt x="340" y="1483"/>
                  <a:pt x="332" y="1483"/>
                  <a:pt x="324" y="1480"/>
                </a:cubicBezTo>
                <a:cubicBezTo>
                  <a:pt x="23" y="1368"/>
                  <a:pt x="23" y="1368"/>
                  <a:pt x="23" y="1368"/>
                </a:cubicBezTo>
                <a:cubicBezTo>
                  <a:pt x="9" y="1363"/>
                  <a:pt x="0" y="1351"/>
                  <a:pt x="0" y="1336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33"/>
                  <a:pt x="9" y="120"/>
                  <a:pt x="23" y="115"/>
                </a:cubicBezTo>
                <a:cubicBezTo>
                  <a:pt x="324" y="3"/>
                  <a:pt x="324" y="3"/>
                  <a:pt x="324" y="3"/>
                </a:cubicBezTo>
                <a:cubicBezTo>
                  <a:pt x="332" y="0"/>
                  <a:pt x="340" y="0"/>
                  <a:pt x="348" y="3"/>
                </a:cubicBezTo>
                <a:close/>
              </a:path>
            </a:pathLst>
          </a:custGeom>
          <a:solidFill>
            <a:srgbClr val="F5B0B0"/>
          </a:solidFill>
          <a:ln w="190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8" name="Freeform 5"/>
          <p:cNvSpPr/>
          <p:nvPr>
            <p:custDataLst>
              <p:tags r:id="rId3"/>
            </p:custDataLst>
          </p:nvPr>
        </p:nvSpPr>
        <p:spPr bwMode="auto">
          <a:xfrm>
            <a:off x="6261038" y="1628251"/>
            <a:ext cx="2239958" cy="4643009"/>
          </a:xfrm>
          <a:custGeom>
            <a:avLst/>
            <a:gdLst>
              <a:gd name="T0" fmla="*/ 348 w 672"/>
              <a:gd name="T1" fmla="*/ 3 h 1483"/>
              <a:gd name="T2" fmla="*/ 650 w 672"/>
              <a:gd name="T3" fmla="*/ 115 h 1483"/>
              <a:gd name="T4" fmla="*/ 672 w 672"/>
              <a:gd name="T5" fmla="*/ 147 h 1483"/>
              <a:gd name="T6" fmla="*/ 672 w 672"/>
              <a:gd name="T7" fmla="*/ 1336 h 1483"/>
              <a:gd name="T8" fmla="*/ 650 w 672"/>
              <a:gd name="T9" fmla="*/ 1368 h 1483"/>
              <a:gd name="T10" fmla="*/ 348 w 672"/>
              <a:gd name="T11" fmla="*/ 1480 h 1483"/>
              <a:gd name="T12" fmla="*/ 324 w 672"/>
              <a:gd name="T13" fmla="*/ 1480 h 1483"/>
              <a:gd name="T14" fmla="*/ 23 w 672"/>
              <a:gd name="T15" fmla="*/ 1368 h 1483"/>
              <a:gd name="T16" fmla="*/ 0 w 672"/>
              <a:gd name="T17" fmla="*/ 1336 h 1483"/>
              <a:gd name="T18" fmla="*/ 0 w 672"/>
              <a:gd name="T19" fmla="*/ 147 h 1483"/>
              <a:gd name="T20" fmla="*/ 23 w 672"/>
              <a:gd name="T21" fmla="*/ 115 h 1483"/>
              <a:gd name="T22" fmla="*/ 324 w 672"/>
              <a:gd name="T23" fmla="*/ 3 h 1483"/>
              <a:gd name="T24" fmla="*/ 348 w 672"/>
              <a:gd name="T25" fmla="*/ 3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2" h="1483">
                <a:moveTo>
                  <a:pt x="348" y="3"/>
                </a:moveTo>
                <a:cubicBezTo>
                  <a:pt x="650" y="115"/>
                  <a:pt x="650" y="115"/>
                  <a:pt x="650" y="115"/>
                </a:cubicBezTo>
                <a:cubicBezTo>
                  <a:pt x="663" y="120"/>
                  <a:pt x="672" y="133"/>
                  <a:pt x="672" y="147"/>
                </a:cubicBezTo>
                <a:cubicBezTo>
                  <a:pt x="672" y="1336"/>
                  <a:pt x="672" y="1336"/>
                  <a:pt x="672" y="1336"/>
                </a:cubicBezTo>
                <a:cubicBezTo>
                  <a:pt x="672" y="1351"/>
                  <a:pt x="663" y="1363"/>
                  <a:pt x="650" y="1368"/>
                </a:cubicBezTo>
                <a:cubicBezTo>
                  <a:pt x="348" y="1480"/>
                  <a:pt x="348" y="1480"/>
                  <a:pt x="348" y="1480"/>
                </a:cubicBezTo>
                <a:cubicBezTo>
                  <a:pt x="340" y="1483"/>
                  <a:pt x="332" y="1483"/>
                  <a:pt x="324" y="1480"/>
                </a:cubicBezTo>
                <a:cubicBezTo>
                  <a:pt x="23" y="1368"/>
                  <a:pt x="23" y="1368"/>
                  <a:pt x="23" y="1368"/>
                </a:cubicBezTo>
                <a:cubicBezTo>
                  <a:pt x="9" y="1363"/>
                  <a:pt x="0" y="1351"/>
                  <a:pt x="0" y="1336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33"/>
                  <a:pt x="9" y="120"/>
                  <a:pt x="23" y="115"/>
                </a:cubicBezTo>
                <a:cubicBezTo>
                  <a:pt x="324" y="3"/>
                  <a:pt x="324" y="3"/>
                  <a:pt x="324" y="3"/>
                </a:cubicBezTo>
                <a:cubicBezTo>
                  <a:pt x="332" y="0"/>
                  <a:pt x="340" y="0"/>
                  <a:pt x="348" y="3"/>
                </a:cubicBezTo>
                <a:close/>
              </a:path>
            </a:pathLst>
          </a:custGeom>
          <a:solidFill>
            <a:srgbClr val="C00000"/>
          </a:solidFill>
          <a:ln w="190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49" name="Freeform 5"/>
          <p:cNvSpPr/>
          <p:nvPr>
            <p:custDataLst>
              <p:tags r:id="rId4"/>
            </p:custDataLst>
          </p:nvPr>
        </p:nvSpPr>
        <p:spPr bwMode="auto">
          <a:xfrm>
            <a:off x="8855412" y="1628251"/>
            <a:ext cx="2239958" cy="4643009"/>
          </a:xfrm>
          <a:custGeom>
            <a:avLst/>
            <a:gdLst>
              <a:gd name="T0" fmla="*/ 348 w 672"/>
              <a:gd name="T1" fmla="*/ 3 h 1483"/>
              <a:gd name="T2" fmla="*/ 650 w 672"/>
              <a:gd name="T3" fmla="*/ 115 h 1483"/>
              <a:gd name="T4" fmla="*/ 672 w 672"/>
              <a:gd name="T5" fmla="*/ 147 h 1483"/>
              <a:gd name="T6" fmla="*/ 672 w 672"/>
              <a:gd name="T7" fmla="*/ 1336 h 1483"/>
              <a:gd name="T8" fmla="*/ 650 w 672"/>
              <a:gd name="T9" fmla="*/ 1368 h 1483"/>
              <a:gd name="T10" fmla="*/ 348 w 672"/>
              <a:gd name="T11" fmla="*/ 1480 h 1483"/>
              <a:gd name="T12" fmla="*/ 324 w 672"/>
              <a:gd name="T13" fmla="*/ 1480 h 1483"/>
              <a:gd name="T14" fmla="*/ 23 w 672"/>
              <a:gd name="T15" fmla="*/ 1368 h 1483"/>
              <a:gd name="T16" fmla="*/ 0 w 672"/>
              <a:gd name="T17" fmla="*/ 1336 h 1483"/>
              <a:gd name="T18" fmla="*/ 0 w 672"/>
              <a:gd name="T19" fmla="*/ 147 h 1483"/>
              <a:gd name="T20" fmla="*/ 23 w 672"/>
              <a:gd name="T21" fmla="*/ 115 h 1483"/>
              <a:gd name="T22" fmla="*/ 324 w 672"/>
              <a:gd name="T23" fmla="*/ 3 h 1483"/>
              <a:gd name="T24" fmla="*/ 348 w 672"/>
              <a:gd name="T25" fmla="*/ 3 h 1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72" h="1483">
                <a:moveTo>
                  <a:pt x="348" y="3"/>
                </a:moveTo>
                <a:cubicBezTo>
                  <a:pt x="650" y="115"/>
                  <a:pt x="650" y="115"/>
                  <a:pt x="650" y="115"/>
                </a:cubicBezTo>
                <a:cubicBezTo>
                  <a:pt x="663" y="120"/>
                  <a:pt x="672" y="133"/>
                  <a:pt x="672" y="147"/>
                </a:cubicBezTo>
                <a:cubicBezTo>
                  <a:pt x="672" y="1336"/>
                  <a:pt x="672" y="1336"/>
                  <a:pt x="672" y="1336"/>
                </a:cubicBezTo>
                <a:cubicBezTo>
                  <a:pt x="672" y="1351"/>
                  <a:pt x="663" y="1363"/>
                  <a:pt x="650" y="1368"/>
                </a:cubicBezTo>
                <a:cubicBezTo>
                  <a:pt x="348" y="1480"/>
                  <a:pt x="348" y="1480"/>
                  <a:pt x="348" y="1480"/>
                </a:cubicBezTo>
                <a:cubicBezTo>
                  <a:pt x="340" y="1483"/>
                  <a:pt x="332" y="1483"/>
                  <a:pt x="324" y="1480"/>
                </a:cubicBezTo>
                <a:cubicBezTo>
                  <a:pt x="23" y="1368"/>
                  <a:pt x="23" y="1368"/>
                  <a:pt x="23" y="1368"/>
                </a:cubicBezTo>
                <a:cubicBezTo>
                  <a:pt x="9" y="1363"/>
                  <a:pt x="0" y="1351"/>
                  <a:pt x="0" y="1336"/>
                </a:cubicBezTo>
                <a:cubicBezTo>
                  <a:pt x="0" y="147"/>
                  <a:pt x="0" y="147"/>
                  <a:pt x="0" y="147"/>
                </a:cubicBezTo>
                <a:cubicBezTo>
                  <a:pt x="0" y="133"/>
                  <a:pt x="9" y="120"/>
                  <a:pt x="23" y="115"/>
                </a:cubicBezTo>
                <a:cubicBezTo>
                  <a:pt x="324" y="3"/>
                  <a:pt x="324" y="3"/>
                  <a:pt x="324" y="3"/>
                </a:cubicBezTo>
                <a:cubicBezTo>
                  <a:pt x="332" y="0"/>
                  <a:pt x="340" y="0"/>
                  <a:pt x="348" y="3"/>
                </a:cubicBezTo>
                <a:close/>
              </a:path>
            </a:pathLst>
          </a:custGeom>
          <a:solidFill>
            <a:srgbClr val="F5B0B0"/>
          </a:solidFill>
          <a:ln w="19050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1602807" y="2682010"/>
            <a:ext cx="1136829" cy="1136829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110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1838122" y="3011047"/>
            <a:ext cx="619852" cy="424464"/>
          </a:xfrm>
          <a:custGeom>
            <a:avLst/>
            <a:gdLst/>
            <a:ahLst/>
            <a:cxnLst>
              <a:cxn ang="0">
                <a:pos x="286" y="182"/>
              </a:cxn>
              <a:cxn ang="0">
                <a:pos x="276" y="47"/>
              </a:cxn>
              <a:cxn ang="0">
                <a:pos x="216" y="179"/>
              </a:cxn>
              <a:cxn ang="0">
                <a:pos x="208" y="185"/>
              </a:cxn>
              <a:cxn ang="0">
                <a:pos x="209" y="11"/>
              </a:cxn>
              <a:cxn ang="0">
                <a:pos x="105" y="0"/>
              </a:cxn>
              <a:cxn ang="0">
                <a:pos x="94" y="182"/>
              </a:cxn>
              <a:cxn ang="0">
                <a:pos x="88" y="185"/>
              </a:cxn>
              <a:cxn ang="0">
                <a:pos x="87" y="47"/>
              </a:cxn>
              <a:cxn ang="0">
                <a:pos x="18" y="57"/>
              </a:cxn>
              <a:cxn ang="0">
                <a:pos x="19" y="185"/>
              </a:cxn>
              <a:cxn ang="0">
                <a:pos x="0" y="207"/>
              </a:cxn>
              <a:cxn ang="0">
                <a:pos x="303" y="185"/>
              </a:cxn>
              <a:cxn ang="0">
                <a:pos x="50" y="142"/>
              </a:cxn>
              <a:cxn ang="0">
                <a:pos x="35" y="126"/>
              </a:cxn>
              <a:cxn ang="0">
                <a:pos x="50" y="142"/>
              </a:cxn>
              <a:cxn ang="0">
                <a:pos x="35" y="115"/>
              </a:cxn>
              <a:cxn ang="0">
                <a:pos x="50" y="99"/>
              </a:cxn>
              <a:cxn ang="0">
                <a:pos x="50" y="89"/>
              </a:cxn>
              <a:cxn ang="0">
                <a:pos x="35" y="73"/>
              </a:cxn>
              <a:cxn ang="0">
                <a:pos x="50" y="89"/>
              </a:cxn>
              <a:cxn ang="0">
                <a:pos x="59" y="142"/>
              </a:cxn>
              <a:cxn ang="0">
                <a:pos x="74" y="126"/>
              </a:cxn>
              <a:cxn ang="0">
                <a:pos x="74" y="115"/>
              </a:cxn>
              <a:cxn ang="0">
                <a:pos x="59" y="99"/>
              </a:cxn>
              <a:cxn ang="0">
                <a:pos x="74" y="115"/>
              </a:cxn>
              <a:cxn ang="0">
                <a:pos x="59" y="89"/>
              </a:cxn>
              <a:cxn ang="0">
                <a:pos x="74" y="73"/>
              </a:cxn>
              <a:cxn ang="0">
                <a:pos x="175" y="184"/>
              </a:cxn>
              <a:cxn ang="0">
                <a:pos x="130" y="128"/>
              </a:cxn>
              <a:cxn ang="0">
                <a:pos x="175" y="184"/>
              </a:cxn>
              <a:cxn ang="0">
                <a:pos x="114" y="43"/>
              </a:cxn>
              <a:cxn ang="0">
                <a:pos x="189" y="43"/>
              </a:cxn>
              <a:cxn ang="0">
                <a:pos x="249" y="142"/>
              </a:cxn>
              <a:cxn ang="0">
                <a:pos x="233" y="126"/>
              </a:cxn>
              <a:cxn ang="0">
                <a:pos x="249" y="142"/>
              </a:cxn>
              <a:cxn ang="0">
                <a:pos x="233" y="115"/>
              </a:cxn>
              <a:cxn ang="0">
                <a:pos x="249" y="99"/>
              </a:cxn>
              <a:cxn ang="0">
                <a:pos x="249" y="89"/>
              </a:cxn>
              <a:cxn ang="0">
                <a:pos x="233" y="73"/>
              </a:cxn>
              <a:cxn ang="0">
                <a:pos x="249" y="89"/>
              </a:cxn>
              <a:cxn ang="0">
                <a:pos x="257" y="142"/>
              </a:cxn>
              <a:cxn ang="0">
                <a:pos x="272" y="126"/>
              </a:cxn>
              <a:cxn ang="0">
                <a:pos x="272" y="115"/>
              </a:cxn>
              <a:cxn ang="0">
                <a:pos x="257" y="99"/>
              </a:cxn>
              <a:cxn ang="0">
                <a:pos x="272" y="115"/>
              </a:cxn>
              <a:cxn ang="0">
                <a:pos x="257" y="89"/>
              </a:cxn>
              <a:cxn ang="0">
                <a:pos x="272" y="73"/>
              </a:cxn>
              <a:cxn ang="0">
                <a:pos x="161" y="33"/>
              </a:cxn>
              <a:cxn ang="0">
                <a:pos x="175" y="52"/>
              </a:cxn>
              <a:cxn ang="0">
                <a:pos x="161" y="66"/>
              </a:cxn>
              <a:cxn ang="0">
                <a:pos x="142" y="52"/>
              </a:cxn>
              <a:cxn ang="0">
                <a:pos x="128" y="33"/>
              </a:cxn>
              <a:cxn ang="0">
                <a:pos x="142" y="19"/>
              </a:cxn>
              <a:cxn ang="0">
                <a:pos x="161" y="33"/>
              </a:cxn>
              <a:cxn ang="0">
                <a:pos x="161" y="33"/>
              </a:cxn>
            </a:cxnLst>
            <a:rect l="0" t="0" r="r" b="b"/>
            <a:pathLst>
              <a:path w="303" h="207">
                <a:moveTo>
                  <a:pt x="286" y="185"/>
                </a:moveTo>
                <a:cubicBezTo>
                  <a:pt x="286" y="184"/>
                  <a:pt x="286" y="183"/>
                  <a:pt x="286" y="182"/>
                </a:cubicBezTo>
                <a:cubicBezTo>
                  <a:pt x="286" y="57"/>
                  <a:pt x="286" y="57"/>
                  <a:pt x="286" y="57"/>
                </a:cubicBezTo>
                <a:cubicBezTo>
                  <a:pt x="286" y="51"/>
                  <a:pt x="282" y="47"/>
                  <a:pt x="276" y="47"/>
                </a:cubicBezTo>
                <a:cubicBezTo>
                  <a:pt x="216" y="47"/>
                  <a:pt x="216" y="47"/>
                  <a:pt x="216" y="47"/>
                </a:cubicBezTo>
                <a:cubicBezTo>
                  <a:pt x="216" y="179"/>
                  <a:pt x="216" y="179"/>
                  <a:pt x="216" y="179"/>
                </a:cubicBezTo>
                <a:cubicBezTo>
                  <a:pt x="216" y="181"/>
                  <a:pt x="216" y="183"/>
                  <a:pt x="215" y="185"/>
                </a:cubicBezTo>
                <a:cubicBezTo>
                  <a:pt x="208" y="185"/>
                  <a:pt x="208" y="185"/>
                  <a:pt x="208" y="185"/>
                </a:cubicBezTo>
                <a:cubicBezTo>
                  <a:pt x="209" y="184"/>
                  <a:pt x="209" y="183"/>
                  <a:pt x="209" y="182"/>
                </a:cubicBezTo>
                <a:cubicBezTo>
                  <a:pt x="209" y="11"/>
                  <a:pt x="209" y="11"/>
                  <a:pt x="209" y="11"/>
                </a:cubicBezTo>
                <a:cubicBezTo>
                  <a:pt x="209" y="5"/>
                  <a:pt x="204" y="0"/>
                  <a:pt x="198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99" y="0"/>
                  <a:pt x="94" y="5"/>
                  <a:pt x="94" y="11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4" y="183"/>
                  <a:pt x="94" y="184"/>
                  <a:pt x="95" y="185"/>
                </a:cubicBezTo>
                <a:cubicBezTo>
                  <a:pt x="88" y="185"/>
                  <a:pt x="88" y="185"/>
                  <a:pt x="88" y="185"/>
                </a:cubicBezTo>
                <a:cubicBezTo>
                  <a:pt x="87" y="183"/>
                  <a:pt x="87" y="181"/>
                  <a:pt x="87" y="179"/>
                </a:cubicBezTo>
                <a:cubicBezTo>
                  <a:pt x="87" y="47"/>
                  <a:pt x="87" y="47"/>
                  <a:pt x="87" y="47"/>
                </a:cubicBezTo>
                <a:cubicBezTo>
                  <a:pt x="29" y="47"/>
                  <a:pt x="29" y="47"/>
                  <a:pt x="29" y="47"/>
                </a:cubicBezTo>
                <a:cubicBezTo>
                  <a:pt x="23" y="47"/>
                  <a:pt x="18" y="51"/>
                  <a:pt x="18" y="57"/>
                </a:cubicBezTo>
                <a:cubicBezTo>
                  <a:pt x="18" y="182"/>
                  <a:pt x="18" y="182"/>
                  <a:pt x="18" y="182"/>
                </a:cubicBezTo>
                <a:cubicBezTo>
                  <a:pt x="18" y="183"/>
                  <a:pt x="18" y="184"/>
                  <a:pt x="19" y="185"/>
                </a:cubicBezTo>
                <a:cubicBezTo>
                  <a:pt x="0" y="185"/>
                  <a:pt x="0" y="185"/>
                  <a:pt x="0" y="185"/>
                </a:cubicBezTo>
                <a:cubicBezTo>
                  <a:pt x="0" y="207"/>
                  <a:pt x="0" y="207"/>
                  <a:pt x="0" y="207"/>
                </a:cubicBezTo>
                <a:cubicBezTo>
                  <a:pt x="303" y="207"/>
                  <a:pt x="303" y="207"/>
                  <a:pt x="303" y="207"/>
                </a:cubicBezTo>
                <a:cubicBezTo>
                  <a:pt x="303" y="185"/>
                  <a:pt x="303" y="185"/>
                  <a:pt x="303" y="185"/>
                </a:cubicBezTo>
                <a:lnTo>
                  <a:pt x="286" y="185"/>
                </a:lnTo>
                <a:close/>
                <a:moveTo>
                  <a:pt x="50" y="142"/>
                </a:moveTo>
                <a:cubicBezTo>
                  <a:pt x="35" y="142"/>
                  <a:pt x="35" y="142"/>
                  <a:pt x="35" y="142"/>
                </a:cubicBezTo>
                <a:cubicBezTo>
                  <a:pt x="35" y="126"/>
                  <a:pt x="35" y="126"/>
                  <a:pt x="35" y="126"/>
                </a:cubicBezTo>
                <a:cubicBezTo>
                  <a:pt x="50" y="126"/>
                  <a:pt x="50" y="126"/>
                  <a:pt x="50" y="126"/>
                </a:cubicBezTo>
                <a:lnTo>
                  <a:pt x="50" y="142"/>
                </a:lnTo>
                <a:close/>
                <a:moveTo>
                  <a:pt x="50" y="115"/>
                </a:moveTo>
                <a:cubicBezTo>
                  <a:pt x="35" y="115"/>
                  <a:pt x="35" y="115"/>
                  <a:pt x="35" y="115"/>
                </a:cubicBezTo>
                <a:cubicBezTo>
                  <a:pt x="35" y="99"/>
                  <a:pt x="35" y="99"/>
                  <a:pt x="35" y="99"/>
                </a:cubicBezTo>
                <a:cubicBezTo>
                  <a:pt x="50" y="99"/>
                  <a:pt x="50" y="99"/>
                  <a:pt x="50" y="99"/>
                </a:cubicBezTo>
                <a:lnTo>
                  <a:pt x="50" y="115"/>
                </a:lnTo>
                <a:close/>
                <a:moveTo>
                  <a:pt x="50" y="89"/>
                </a:moveTo>
                <a:cubicBezTo>
                  <a:pt x="35" y="89"/>
                  <a:pt x="35" y="89"/>
                  <a:pt x="35" y="89"/>
                </a:cubicBezTo>
                <a:cubicBezTo>
                  <a:pt x="35" y="73"/>
                  <a:pt x="35" y="73"/>
                  <a:pt x="35" y="73"/>
                </a:cubicBezTo>
                <a:cubicBezTo>
                  <a:pt x="50" y="73"/>
                  <a:pt x="50" y="73"/>
                  <a:pt x="50" y="73"/>
                </a:cubicBezTo>
                <a:lnTo>
                  <a:pt x="50" y="89"/>
                </a:lnTo>
                <a:close/>
                <a:moveTo>
                  <a:pt x="74" y="142"/>
                </a:moveTo>
                <a:cubicBezTo>
                  <a:pt x="59" y="142"/>
                  <a:pt x="59" y="142"/>
                  <a:pt x="59" y="142"/>
                </a:cubicBezTo>
                <a:cubicBezTo>
                  <a:pt x="59" y="126"/>
                  <a:pt x="59" y="126"/>
                  <a:pt x="59" y="126"/>
                </a:cubicBezTo>
                <a:cubicBezTo>
                  <a:pt x="74" y="126"/>
                  <a:pt x="74" y="126"/>
                  <a:pt x="74" y="126"/>
                </a:cubicBezTo>
                <a:lnTo>
                  <a:pt x="74" y="142"/>
                </a:lnTo>
                <a:close/>
                <a:moveTo>
                  <a:pt x="74" y="115"/>
                </a:moveTo>
                <a:cubicBezTo>
                  <a:pt x="59" y="115"/>
                  <a:pt x="59" y="115"/>
                  <a:pt x="59" y="115"/>
                </a:cubicBezTo>
                <a:cubicBezTo>
                  <a:pt x="59" y="99"/>
                  <a:pt x="59" y="99"/>
                  <a:pt x="59" y="99"/>
                </a:cubicBezTo>
                <a:cubicBezTo>
                  <a:pt x="74" y="99"/>
                  <a:pt x="74" y="99"/>
                  <a:pt x="74" y="99"/>
                </a:cubicBezTo>
                <a:lnTo>
                  <a:pt x="74" y="115"/>
                </a:lnTo>
                <a:close/>
                <a:moveTo>
                  <a:pt x="74" y="89"/>
                </a:moveTo>
                <a:cubicBezTo>
                  <a:pt x="59" y="89"/>
                  <a:pt x="59" y="89"/>
                  <a:pt x="59" y="89"/>
                </a:cubicBezTo>
                <a:cubicBezTo>
                  <a:pt x="59" y="73"/>
                  <a:pt x="59" y="73"/>
                  <a:pt x="59" y="73"/>
                </a:cubicBezTo>
                <a:cubicBezTo>
                  <a:pt x="74" y="73"/>
                  <a:pt x="74" y="73"/>
                  <a:pt x="74" y="73"/>
                </a:cubicBezTo>
                <a:lnTo>
                  <a:pt x="74" y="89"/>
                </a:lnTo>
                <a:close/>
                <a:moveTo>
                  <a:pt x="175" y="184"/>
                </a:moveTo>
                <a:cubicBezTo>
                  <a:pt x="130" y="184"/>
                  <a:pt x="130" y="184"/>
                  <a:pt x="130" y="184"/>
                </a:cubicBezTo>
                <a:cubicBezTo>
                  <a:pt x="130" y="128"/>
                  <a:pt x="130" y="128"/>
                  <a:pt x="130" y="128"/>
                </a:cubicBezTo>
                <a:cubicBezTo>
                  <a:pt x="175" y="128"/>
                  <a:pt x="175" y="128"/>
                  <a:pt x="175" y="128"/>
                </a:cubicBezTo>
                <a:lnTo>
                  <a:pt x="175" y="184"/>
                </a:lnTo>
                <a:close/>
                <a:moveTo>
                  <a:pt x="152" y="80"/>
                </a:moveTo>
                <a:cubicBezTo>
                  <a:pt x="131" y="80"/>
                  <a:pt x="114" y="63"/>
                  <a:pt x="114" y="43"/>
                </a:cubicBezTo>
                <a:cubicBezTo>
                  <a:pt x="114" y="22"/>
                  <a:pt x="131" y="5"/>
                  <a:pt x="152" y="5"/>
                </a:cubicBezTo>
                <a:cubicBezTo>
                  <a:pt x="172" y="5"/>
                  <a:pt x="189" y="22"/>
                  <a:pt x="189" y="43"/>
                </a:cubicBezTo>
                <a:cubicBezTo>
                  <a:pt x="189" y="63"/>
                  <a:pt x="172" y="80"/>
                  <a:pt x="152" y="80"/>
                </a:cubicBezTo>
                <a:close/>
                <a:moveTo>
                  <a:pt x="249" y="142"/>
                </a:moveTo>
                <a:cubicBezTo>
                  <a:pt x="233" y="142"/>
                  <a:pt x="233" y="142"/>
                  <a:pt x="233" y="142"/>
                </a:cubicBezTo>
                <a:cubicBezTo>
                  <a:pt x="233" y="126"/>
                  <a:pt x="233" y="126"/>
                  <a:pt x="233" y="126"/>
                </a:cubicBezTo>
                <a:cubicBezTo>
                  <a:pt x="249" y="126"/>
                  <a:pt x="249" y="126"/>
                  <a:pt x="249" y="126"/>
                </a:cubicBezTo>
                <a:lnTo>
                  <a:pt x="249" y="142"/>
                </a:lnTo>
                <a:close/>
                <a:moveTo>
                  <a:pt x="249" y="115"/>
                </a:moveTo>
                <a:cubicBezTo>
                  <a:pt x="233" y="115"/>
                  <a:pt x="233" y="115"/>
                  <a:pt x="233" y="115"/>
                </a:cubicBezTo>
                <a:cubicBezTo>
                  <a:pt x="233" y="99"/>
                  <a:pt x="233" y="99"/>
                  <a:pt x="233" y="99"/>
                </a:cubicBezTo>
                <a:cubicBezTo>
                  <a:pt x="249" y="99"/>
                  <a:pt x="249" y="99"/>
                  <a:pt x="249" y="99"/>
                </a:cubicBezTo>
                <a:lnTo>
                  <a:pt x="249" y="115"/>
                </a:lnTo>
                <a:close/>
                <a:moveTo>
                  <a:pt x="249" y="89"/>
                </a:moveTo>
                <a:cubicBezTo>
                  <a:pt x="233" y="89"/>
                  <a:pt x="233" y="89"/>
                  <a:pt x="233" y="89"/>
                </a:cubicBezTo>
                <a:cubicBezTo>
                  <a:pt x="233" y="73"/>
                  <a:pt x="233" y="73"/>
                  <a:pt x="233" y="73"/>
                </a:cubicBezTo>
                <a:cubicBezTo>
                  <a:pt x="249" y="73"/>
                  <a:pt x="249" y="73"/>
                  <a:pt x="249" y="73"/>
                </a:cubicBezTo>
                <a:lnTo>
                  <a:pt x="249" y="89"/>
                </a:lnTo>
                <a:close/>
                <a:moveTo>
                  <a:pt x="272" y="142"/>
                </a:moveTo>
                <a:cubicBezTo>
                  <a:pt x="257" y="142"/>
                  <a:pt x="257" y="142"/>
                  <a:pt x="257" y="142"/>
                </a:cubicBezTo>
                <a:cubicBezTo>
                  <a:pt x="257" y="126"/>
                  <a:pt x="257" y="126"/>
                  <a:pt x="257" y="126"/>
                </a:cubicBezTo>
                <a:cubicBezTo>
                  <a:pt x="272" y="126"/>
                  <a:pt x="272" y="126"/>
                  <a:pt x="272" y="126"/>
                </a:cubicBezTo>
                <a:lnTo>
                  <a:pt x="272" y="142"/>
                </a:lnTo>
                <a:close/>
                <a:moveTo>
                  <a:pt x="272" y="115"/>
                </a:moveTo>
                <a:cubicBezTo>
                  <a:pt x="257" y="115"/>
                  <a:pt x="257" y="115"/>
                  <a:pt x="257" y="115"/>
                </a:cubicBezTo>
                <a:cubicBezTo>
                  <a:pt x="257" y="99"/>
                  <a:pt x="257" y="99"/>
                  <a:pt x="257" y="99"/>
                </a:cubicBezTo>
                <a:cubicBezTo>
                  <a:pt x="272" y="99"/>
                  <a:pt x="272" y="99"/>
                  <a:pt x="272" y="99"/>
                </a:cubicBezTo>
                <a:lnTo>
                  <a:pt x="272" y="115"/>
                </a:lnTo>
                <a:close/>
                <a:moveTo>
                  <a:pt x="272" y="89"/>
                </a:moveTo>
                <a:cubicBezTo>
                  <a:pt x="257" y="89"/>
                  <a:pt x="257" y="89"/>
                  <a:pt x="257" y="89"/>
                </a:cubicBezTo>
                <a:cubicBezTo>
                  <a:pt x="257" y="73"/>
                  <a:pt x="257" y="73"/>
                  <a:pt x="257" y="73"/>
                </a:cubicBezTo>
                <a:cubicBezTo>
                  <a:pt x="272" y="73"/>
                  <a:pt x="272" y="73"/>
                  <a:pt x="272" y="73"/>
                </a:cubicBezTo>
                <a:lnTo>
                  <a:pt x="272" y="89"/>
                </a:lnTo>
                <a:close/>
                <a:moveTo>
                  <a:pt x="161" y="33"/>
                </a:moveTo>
                <a:cubicBezTo>
                  <a:pt x="175" y="33"/>
                  <a:pt x="175" y="33"/>
                  <a:pt x="175" y="33"/>
                </a:cubicBezTo>
                <a:cubicBezTo>
                  <a:pt x="175" y="52"/>
                  <a:pt x="175" y="52"/>
                  <a:pt x="175" y="52"/>
                </a:cubicBezTo>
                <a:cubicBezTo>
                  <a:pt x="161" y="52"/>
                  <a:pt x="161" y="52"/>
                  <a:pt x="161" y="52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42" y="66"/>
                  <a:pt x="142" y="66"/>
                  <a:pt x="142" y="66"/>
                </a:cubicBezTo>
                <a:cubicBezTo>
                  <a:pt x="142" y="52"/>
                  <a:pt x="142" y="52"/>
                  <a:pt x="142" y="52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33"/>
                  <a:pt x="128" y="33"/>
                  <a:pt x="128" y="33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19"/>
                  <a:pt x="142" y="19"/>
                  <a:pt x="142" y="19"/>
                </a:cubicBezTo>
                <a:cubicBezTo>
                  <a:pt x="161" y="19"/>
                  <a:pt x="161" y="19"/>
                  <a:pt x="161" y="19"/>
                </a:cubicBezTo>
                <a:lnTo>
                  <a:pt x="161" y="33"/>
                </a:lnTo>
                <a:close/>
                <a:moveTo>
                  <a:pt x="161" y="33"/>
                </a:moveTo>
                <a:cubicBezTo>
                  <a:pt x="161" y="33"/>
                  <a:pt x="161" y="33"/>
                  <a:pt x="161" y="33"/>
                </a:cubicBezTo>
              </a:path>
            </a:pathLst>
          </a:cu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0318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>
            <p:custDataLst>
              <p:tags r:id="rId7"/>
            </p:custDataLst>
          </p:nvPr>
        </p:nvSpPr>
        <p:spPr>
          <a:xfrm>
            <a:off x="6823649" y="2696184"/>
            <a:ext cx="1136829" cy="1136829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Freeform 5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7098606" y="3011047"/>
            <a:ext cx="586916" cy="490028"/>
          </a:xfrm>
          <a:custGeom>
            <a:avLst/>
            <a:gdLst>
              <a:gd name="T0" fmla="*/ 2338 w 3268"/>
              <a:gd name="T1" fmla="*/ 712 h 2729"/>
              <a:gd name="T2" fmla="*/ 938 w 3268"/>
              <a:gd name="T3" fmla="*/ 712 h 2729"/>
              <a:gd name="T4" fmla="*/ 471 w 3268"/>
              <a:gd name="T5" fmla="*/ 2373 h 2729"/>
              <a:gd name="T6" fmla="*/ 587 w 3268"/>
              <a:gd name="T7" fmla="*/ 2729 h 2729"/>
              <a:gd name="T8" fmla="*/ 2805 w 3268"/>
              <a:gd name="T9" fmla="*/ 2610 h 2729"/>
              <a:gd name="T10" fmla="*/ 2069 w 3268"/>
              <a:gd name="T11" fmla="*/ 1272 h 2729"/>
              <a:gd name="T12" fmla="*/ 2069 w 3268"/>
              <a:gd name="T13" fmla="*/ 1272 h 2729"/>
              <a:gd name="T14" fmla="*/ 2069 w 3268"/>
              <a:gd name="T15" fmla="*/ 1272 h 2729"/>
              <a:gd name="T16" fmla="*/ 1638 w 3268"/>
              <a:gd name="T17" fmla="*/ 239 h 2729"/>
              <a:gd name="T18" fmla="*/ 1638 w 3268"/>
              <a:gd name="T19" fmla="*/ 1183 h 2729"/>
              <a:gd name="T20" fmla="*/ 1174 w 3268"/>
              <a:gd name="T21" fmla="*/ 711 h 2729"/>
              <a:gd name="T22" fmla="*/ 1174 w 3268"/>
              <a:gd name="T23" fmla="*/ 711 h 2729"/>
              <a:gd name="T24" fmla="*/ 2548 w 3268"/>
              <a:gd name="T25" fmla="*/ 2488 h 2729"/>
              <a:gd name="T26" fmla="*/ 728 w 3268"/>
              <a:gd name="T27" fmla="*/ 2372 h 2729"/>
              <a:gd name="T28" fmla="*/ 2548 w 3268"/>
              <a:gd name="T29" fmla="*/ 2372 h 2729"/>
              <a:gd name="T30" fmla="*/ 2548 w 3268"/>
              <a:gd name="T31" fmla="*/ 2488 h 2729"/>
              <a:gd name="T32" fmla="*/ 2548 w 3268"/>
              <a:gd name="T33" fmla="*/ 2488 h 2729"/>
              <a:gd name="T34" fmla="*/ 801 w 3268"/>
              <a:gd name="T35" fmla="*/ 1363 h 2729"/>
              <a:gd name="T36" fmla="*/ 918 w 3268"/>
              <a:gd name="T37" fmla="*/ 1245 h 2729"/>
              <a:gd name="T38" fmla="*/ 605 w 3268"/>
              <a:gd name="T39" fmla="*/ 812 h 2729"/>
              <a:gd name="T40" fmla="*/ 1027 w 3268"/>
              <a:gd name="T41" fmla="*/ 262 h 2729"/>
              <a:gd name="T42" fmla="*/ 1025 w 3268"/>
              <a:gd name="T43" fmla="*/ 218 h 2729"/>
              <a:gd name="T44" fmla="*/ 551 w 3268"/>
              <a:gd name="T45" fmla="*/ 1210 h 2729"/>
              <a:gd name="T46" fmla="*/ 0 w 3268"/>
              <a:gd name="T47" fmla="*/ 2235 h 2729"/>
              <a:gd name="T48" fmla="*/ 358 w 3268"/>
              <a:gd name="T49" fmla="*/ 2354 h 2729"/>
              <a:gd name="T50" fmla="*/ 221 w 3268"/>
              <a:gd name="T51" fmla="*/ 2144 h 2729"/>
              <a:gd name="T52" fmla="*/ 801 w 3268"/>
              <a:gd name="T53" fmla="*/ 1363 h 2729"/>
              <a:gd name="T54" fmla="*/ 801 w 3268"/>
              <a:gd name="T55" fmla="*/ 1363 h 2729"/>
              <a:gd name="T56" fmla="*/ 801 w 3268"/>
              <a:gd name="T57" fmla="*/ 1363 h 2729"/>
              <a:gd name="T58" fmla="*/ 2883 w 3268"/>
              <a:gd name="T59" fmla="*/ 812 h 2729"/>
              <a:gd name="T60" fmla="*/ 2212 w 3268"/>
              <a:gd name="T61" fmla="*/ 221 h 2729"/>
              <a:gd name="T62" fmla="*/ 2360 w 3268"/>
              <a:gd name="T63" fmla="*/ 474 h 2729"/>
              <a:gd name="T64" fmla="*/ 2458 w 3268"/>
              <a:gd name="T65" fmla="*/ 1136 h 2729"/>
              <a:gd name="T66" fmla="*/ 2463 w 3268"/>
              <a:gd name="T67" fmla="*/ 1357 h 2729"/>
              <a:gd name="T68" fmla="*/ 3068 w 3268"/>
              <a:gd name="T69" fmla="*/ 2052 h 2729"/>
              <a:gd name="T70" fmla="*/ 2884 w 3268"/>
              <a:gd name="T71" fmla="*/ 2144 h 2729"/>
              <a:gd name="T72" fmla="*/ 3139 w 3268"/>
              <a:gd name="T73" fmla="*/ 2354 h 2729"/>
              <a:gd name="T74" fmla="*/ 3267 w 3268"/>
              <a:gd name="T75" fmla="*/ 2052 h 2729"/>
              <a:gd name="T76" fmla="*/ 2717 w 3268"/>
              <a:gd name="T77" fmla="*/ 1210 h 2729"/>
              <a:gd name="T78" fmla="*/ 2717 w 3268"/>
              <a:gd name="T79" fmla="*/ 1210 h 2729"/>
              <a:gd name="T80" fmla="*/ 2717 w 3268"/>
              <a:gd name="T81" fmla="*/ 1210 h 2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3268" h="2729">
                <a:moveTo>
                  <a:pt x="2069" y="1272"/>
                </a:moveTo>
                <a:cubicBezTo>
                  <a:pt x="2233" y="1141"/>
                  <a:pt x="2338" y="939"/>
                  <a:pt x="2338" y="712"/>
                </a:cubicBezTo>
                <a:cubicBezTo>
                  <a:pt x="2338" y="319"/>
                  <a:pt x="2024" y="0"/>
                  <a:pt x="1638" y="0"/>
                </a:cubicBezTo>
                <a:cubicBezTo>
                  <a:pt x="1252" y="0"/>
                  <a:pt x="938" y="319"/>
                  <a:pt x="938" y="712"/>
                </a:cubicBezTo>
                <a:cubicBezTo>
                  <a:pt x="938" y="939"/>
                  <a:pt x="1043" y="1141"/>
                  <a:pt x="1206" y="1272"/>
                </a:cubicBezTo>
                <a:cubicBezTo>
                  <a:pt x="776" y="1447"/>
                  <a:pt x="471" y="1874"/>
                  <a:pt x="471" y="2373"/>
                </a:cubicBezTo>
                <a:cubicBezTo>
                  <a:pt x="471" y="2610"/>
                  <a:pt x="471" y="2610"/>
                  <a:pt x="471" y="2610"/>
                </a:cubicBezTo>
                <a:cubicBezTo>
                  <a:pt x="471" y="2676"/>
                  <a:pt x="523" y="2729"/>
                  <a:pt x="587" y="2729"/>
                </a:cubicBezTo>
                <a:cubicBezTo>
                  <a:pt x="2689" y="2729"/>
                  <a:pt x="2689" y="2729"/>
                  <a:pt x="2689" y="2729"/>
                </a:cubicBezTo>
                <a:cubicBezTo>
                  <a:pt x="2753" y="2729"/>
                  <a:pt x="2805" y="2676"/>
                  <a:pt x="2805" y="2610"/>
                </a:cubicBezTo>
                <a:cubicBezTo>
                  <a:pt x="2805" y="2373"/>
                  <a:pt x="2805" y="2373"/>
                  <a:pt x="2805" y="2373"/>
                </a:cubicBezTo>
                <a:cubicBezTo>
                  <a:pt x="2805" y="1874"/>
                  <a:pt x="2500" y="1447"/>
                  <a:pt x="2069" y="1272"/>
                </a:cubicBezTo>
                <a:cubicBezTo>
                  <a:pt x="2069" y="1272"/>
                  <a:pt x="2069" y="1272"/>
                  <a:pt x="2069" y="1272"/>
                </a:cubicBezTo>
                <a:cubicBezTo>
                  <a:pt x="2069" y="1272"/>
                  <a:pt x="2069" y="1272"/>
                  <a:pt x="2069" y="1272"/>
                </a:cubicBezTo>
                <a:cubicBezTo>
                  <a:pt x="2069" y="1272"/>
                  <a:pt x="2069" y="1272"/>
                  <a:pt x="2069" y="1272"/>
                </a:cubicBezTo>
                <a:cubicBezTo>
                  <a:pt x="2069" y="1272"/>
                  <a:pt x="2069" y="1272"/>
                  <a:pt x="2069" y="1272"/>
                </a:cubicBezTo>
                <a:close/>
                <a:moveTo>
                  <a:pt x="1174" y="711"/>
                </a:moveTo>
                <a:cubicBezTo>
                  <a:pt x="1174" y="451"/>
                  <a:pt x="1382" y="239"/>
                  <a:pt x="1638" y="239"/>
                </a:cubicBezTo>
                <a:cubicBezTo>
                  <a:pt x="1894" y="239"/>
                  <a:pt x="2102" y="451"/>
                  <a:pt x="2102" y="711"/>
                </a:cubicBezTo>
                <a:cubicBezTo>
                  <a:pt x="2102" y="971"/>
                  <a:pt x="1894" y="1183"/>
                  <a:pt x="1638" y="1183"/>
                </a:cubicBezTo>
                <a:cubicBezTo>
                  <a:pt x="1382" y="1183"/>
                  <a:pt x="1174" y="971"/>
                  <a:pt x="1174" y="711"/>
                </a:cubicBezTo>
                <a:cubicBezTo>
                  <a:pt x="1174" y="711"/>
                  <a:pt x="1174" y="711"/>
                  <a:pt x="1174" y="711"/>
                </a:cubicBezTo>
                <a:cubicBezTo>
                  <a:pt x="1174" y="711"/>
                  <a:pt x="1174" y="711"/>
                  <a:pt x="1174" y="711"/>
                </a:cubicBezTo>
                <a:cubicBezTo>
                  <a:pt x="1174" y="711"/>
                  <a:pt x="1174" y="711"/>
                  <a:pt x="1174" y="711"/>
                </a:cubicBezTo>
                <a:cubicBezTo>
                  <a:pt x="1174" y="711"/>
                  <a:pt x="1174" y="711"/>
                  <a:pt x="1174" y="711"/>
                </a:cubicBezTo>
                <a:close/>
                <a:moveTo>
                  <a:pt x="2548" y="2488"/>
                </a:moveTo>
                <a:cubicBezTo>
                  <a:pt x="728" y="2488"/>
                  <a:pt x="728" y="2488"/>
                  <a:pt x="728" y="2488"/>
                </a:cubicBezTo>
                <a:cubicBezTo>
                  <a:pt x="728" y="2372"/>
                  <a:pt x="728" y="2372"/>
                  <a:pt x="728" y="2372"/>
                </a:cubicBezTo>
                <a:cubicBezTo>
                  <a:pt x="728" y="1862"/>
                  <a:pt x="1136" y="1447"/>
                  <a:pt x="1638" y="1447"/>
                </a:cubicBezTo>
                <a:cubicBezTo>
                  <a:pt x="2140" y="1447"/>
                  <a:pt x="2548" y="1862"/>
                  <a:pt x="2548" y="2372"/>
                </a:cubicBezTo>
                <a:cubicBezTo>
                  <a:pt x="2548" y="2488"/>
                  <a:pt x="2548" y="2488"/>
                  <a:pt x="2548" y="2488"/>
                </a:cubicBezTo>
                <a:cubicBezTo>
                  <a:pt x="2548" y="2488"/>
                  <a:pt x="2548" y="2488"/>
                  <a:pt x="2548" y="2488"/>
                </a:cubicBezTo>
                <a:cubicBezTo>
                  <a:pt x="2548" y="2488"/>
                  <a:pt x="2548" y="2488"/>
                  <a:pt x="2548" y="2488"/>
                </a:cubicBezTo>
                <a:cubicBezTo>
                  <a:pt x="2548" y="2488"/>
                  <a:pt x="2548" y="2488"/>
                  <a:pt x="2548" y="2488"/>
                </a:cubicBezTo>
                <a:cubicBezTo>
                  <a:pt x="2548" y="2488"/>
                  <a:pt x="2548" y="2488"/>
                  <a:pt x="2548" y="2488"/>
                </a:cubicBezTo>
                <a:close/>
                <a:moveTo>
                  <a:pt x="801" y="1363"/>
                </a:moveTo>
                <a:cubicBezTo>
                  <a:pt x="826" y="1357"/>
                  <a:pt x="826" y="1357"/>
                  <a:pt x="826" y="1357"/>
                </a:cubicBezTo>
                <a:cubicBezTo>
                  <a:pt x="879" y="1340"/>
                  <a:pt x="918" y="1297"/>
                  <a:pt x="918" y="1245"/>
                </a:cubicBezTo>
                <a:cubicBezTo>
                  <a:pt x="918" y="1196"/>
                  <a:pt x="882" y="1153"/>
                  <a:pt x="831" y="1136"/>
                </a:cubicBezTo>
                <a:cubicBezTo>
                  <a:pt x="694" y="1078"/>
                  <a:pt x="605" y="951"/>
                  <a:pt x="605" y="812"/>
                </a:cubicBezTo>
                <a:cubicBezTo>
                  <a:pt x="605" y="654"/>
                  <a:pt x="753" y="520"/>
                  <a:pt x="907" y="474"/>
                </a:cubicBezTo>
                <a:cubicBezTo>
                  <a:pt x="934" y="397"/>
                  <a:pt x="975" y="325"/>
                  <a:pt x="1027" y="262"/>
                </a:cubicBezTo>
                <a:cubicBezTo>
                  <a:pt x="1036" y="248"/>
                  <a:pt x="1046" y="235"/>
                  <a:pt x="1056" y="221"/>
                </a:cubicBezTo>
                <a:cubicBezTo>
                  <a:pt x="1045" y="221"/>
                  <a:pt x="1035" y="218"/>
                  <a:pt x="1025" y="218"/>
                </a:cubicBezTo>
                <a:cubicBezTo>
                  <a:pt x="672" y="218"/>
                  <a:pt x="384" y="484"/>
                  <a:pt x="384" y="812"/>
                </a:cubicBezTo>
                <a:cubicBezTo>
                  <a:pt x="384" y="962"/>
                  <a:pt x="446" y="1103"/>
                  <a:pt x="551" y="1210"/>
                </a:cubicBezTo>
                <a:cubicBezTo>
                  <a:pt x="217" y="1370"/>
                  <a:pt x="0" y="1690"/>
                  <a:pt x="0" y="2052"/>
                </a:cubicBezTo>
                <a:cubicBezTo>
                  <a:pt x="0" y="2235"/>
                  <a:pt x="0" y="2235"/>
                  <a:pt x="0" y="2235"/>
                </a:cubicBezTo>
                <a:cubicBezTo>
                  <a:pt x="0" y="2301"/>
                  <a:pt x="57" y="2354"/>
                  <a:pt x="128" y="2354"/>
                </a:cubicBezTo>
                <a:cubicBezTo>
                  <a:pt x="358" y="2354"/>
                  <a:pt x="358" y="2354"/>
                  <a:pt x="358" y="2354"/>
                </a:cubicBezTo>
                <a:cubicBezTo>
                  <a:pt x="358" y="2273"/>
                  <a:pt x="367" y="2221"/>
                  <a:pt x="383" y="2144"/>
                </a:cubicBezTo>
                <a:cubicBezTo>
                  <a:pt x="221" y="2144"/>
                  <a:pt x="221" y="2144"/>
                  <a:pt x="221" y="2144"/>
                </a:cubicBezTo>
                <a:cubicBezTo>
                  <a:pt x="221" y="2052"/>
                  <a:pt x="221" y="2052"/>
                  <a:pt x="221" y="2052"/>
                </a:cubicBezTo>
                <a:cubicBezTo>
                  <a:pt x="221" y="1724"/>
                  <a:pt x="459" y="1442"/>
                  <a:pt x="801" y="1363"/>
                </a:cubicBezTo>
                <a:cubicBezTo>
                  <a:pt x="801" y="1363"/>
                  <a:pt x="801" y="1363"/>
                  <a:pt x="801" y="1363"/>
                </a:cubicBezTo>
                <a:cubicBezTo>
                  <a:pt x="801" y="1363"/>
                  <a:pt x="801" y="1363"/>
                  <a:pt x="801" y="1363"/>
                </a:cubicBezTo>
                <a:cubicBezTo>
                  <a:pt x="801" y="1363"/>
                  <a:pt x="801" y="1363"/>
                  <a:pt x="801" y="1363"/>
                </a:cubicBezTo>
                <a:cubicBezTo>
                  <a:pt x="801" y="1363"/>
                  <a:pt x="801" y="1363"/>
                  <a:pt x="801" y="1363"/>
                </a:cubicBezTo>
                <a:close/>
                <a:moveTo>
                  <a:pt x="2717" y="1210"/>
                </a:moveTo>
                <a:cubicBezTo>
                  <a:pt x="2822" y="1103"/>
                  <a:pt x="2883" y="962"/>
                  <a:pt x="2883" y="812"/>
                </a:cubicBezTo>
                <a:cubicBezTo>
                  <a:pt x="2883" y="484"/>
                  <a:pt x="2596" y="218"/>
                  <a:pt x="2243" y="218"/>
                </a:cubicBezTo>
                <a:cubicBezTo>
                  <a:pt x="2232" y="218"/>
                  <a:pt x="2222" y="221"/>
                  <a:pt x="2212" y="221"/>
                </a:cubicBezTo>
                <a:cubicBezTo>
                  <a:pt x="2222" y="235"/>
                  <a:pt x="2232" y="248"/>
                  <a:pt x="2241" y="262"/>
                </a:cubicBezTo>
                <a:cubicBezTo>
                  <a:pt x="2293" y="325"/>
                  <a:pt x="2333" y="397"/>
                  <a:pt x="2360" y="474"/>
                </a:cubicBezTo>
                <a:cubicBezTo>
                  <a:pt x="2515" y="520"/>
                  <a:pt x="2683" y="653"/>
                  <a:pt x="2683" y="812"/>
                </a:cubicBezTo>
                <a:cubicBezTo>
                  <a:pt x="2683" y="951"/>
                  <a:pt x="2595" y="1078"/>
                  <a:pt x="2458" y="1136"/>
                </a:cubicBezTo>
                <a:cubicBezTo>
                  <a:pt x="2407" y="1153"/>
                  <a:pt x="2371" y="1196"/>
                  <a:pt x="2371" y="1245"/>
                </a:cubicBezTo>
                <a:cubicBezTo>
                  <a:pt x="2371" y="1297"/>
                  <a:pt x="2410" y="1340"/>
                  <a:pt x="2463" y="1357"/>
                </a:cubicBezTo>
                <a:cubicBezTo>
                  <a:pt x="2488" y="1362"/>
                  <a:pt x="2488" y="1362"/>
                  <a:pt x="2488" y="1362"/>
                </a:cubicBezTo>
                <a:cubicBezTo>
                  <a:pt x="2830" y="1442"/>
                  <a:pt x="3068" y="1724"/>
                  <a:pt x="3068" y="2052"/>
                </a:cubicBezTo>
                <a:cubicBezTo>
                  <a:pt x="3068" y="2144"/>
                  <a:pt x="3068" y="2144"/>
                  <a:pt x="3068" y="2144"/>
                </a:cubicBezTo>
                <a:cubicBezTo>
                  <a:pt x="2884" y="2144"/>
                  <a:pt x="2884" y="2144"/>
                  <a:pt x="2884" y="2144"/>
                </a:cubicBezTo>
                <a:cubicBezTo>
                  <a:pt x="2901" y="2221"/>
                  <a:pt x="2910" y="2273"/>
                  <a:pt x="2910" y="2354"/>
                </a:cubicBezTo>
                <a:cubicBezTo>
                  <a:pt x="3139" y="2354"/>
                  <a:pt x="3139" y="2354"/>
                  <a:pt x="3139" y="2354"/>
                </a:cubicBezTo>
                <a:cubicBezTo>
                  <a:pt x="3210" y="2354"/>
                  <a:pt x="3267" y="2301"/>
                  <a:pt x="3267" y="2235"/>
                </a:cubicBezTo>
                <a:cubicBezTo>
                  <a:pt x="3267" y="2052"/>
                  <a:pt x="3267" y="2052"/>
                  <a:pt x="3267" y="2052"/>
                </a:cubicBezTo>
                <a:cubicBezTo>
                  <a:pt x="3268" y="1690"/>
                  <a:pt x="3050" y="1370"/>
                  <a:pt x="2717" y="1210"/>
                </a:cubicBezTo>
                <a:cubicBezTo>
                  <a:pt x="2717" y="1210"/>
                  <a:pt x="2717" y="1210"/>
                  <a:pt x="2717" y="1210"/>
                </a:cubicBezTo>
                <a:cubicBezTo>
                  <a:pt x="2717" y="1210"/>
                  <a:pt x="2717" y="1210"/>
                  <a:pt x="2717" y="1210"/>
                </a:cubicBezTo>
                <a:cubicBezTo>
                  <a:pt x="2717" y="1210"/>
                  <a:pt x="2717" y="1210"/>
                  <a:pt x="2717" y="1210"/>
                </a:cubicBezTo>
                <a:cubicBezTo>
                  <a:pt x="2717" y="1210"/>
                  <a:pt x="2717" y="1210"/>
                  <a:pt x="2717" y="1210"/>
                </a:cubicBezTo>
                <a:close/>
                <a:moveTo>
                  <a:pt x="2717" y="1210"/>
                </a:moveTo>
                <a:cubicBezTo>
                  <a:pt x="2717" y="1210"/>
                  <a:pt x="2717" y="1210"/>
                  <a:pt x="2717" y="1210"/>
                </a:cubicBezTo>
              </a:path>
            </a:pathLst>
          </a:custGeom>
          <a:solidFill>
            <a:srgbClr val="285B9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>
            <p:custDataLst>
              <p:tags r:id="rId9"/>
            </p:custDataLst>
          </p:nvPr>
        </p:nvSpPr>
        <p:spPr>
          <a:xfrm>
            <a:off x="9441984" y="2696184"/>
            <a:ext cx="1136829" cy="1136829"/>
          </a:xfrm>
          <a:prstGeom prst="ellipse">
            <a:avLst/>
          </a:pr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Oval 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886315" y="3115945"/>
            <a:ext cx="247650" cy="231775"/>
          </a:xfrm>
          <a:prstGeom prst="ellipse">
            <a:avLst/>
          </a:pr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1" name="Freeform 10"/>
          <p:cNvSpPr/>
          <p:nvPr>
            <p:custDataLst>
              <p:tags r:id="rId11"/>
            </p:custDataLst>
          </p:nvPr>
        </p:nvSpPr>
        <p:spPr bwMode="auto">
          <a:xfrm>
            <a:off x="9807575" y="3335655"/>
            <a:ext cx="405130" cy="165735"/>
          </a:xfrm>
          <a:custGeom>
            <a:avLst/>
            <a:gdLst>
              <a:gd name="T0" fmla="*/ 20 w 1874"/>
              <a:gd name="T1" fmla="*/ 768 h 768"/>
              <a:gd name="T2" fmla="*/ 491 w 1874"/>
              <a:gd name="T3" fmla="*/ 164 h 768"/>
              <a:gd name="T4" fmla="*/ 1439 w 1874"/>
              <a:gd name="T5" fmla="*/ 164 h 768"/>
              <a:gd name="T6" fmla="*/ 1874 w 1874"/>
              <a:gd name="T7" fmla="*/ 768 h 768"/>
              <a:gd name="T8" fmla="*/ 0 w 1874"/>
              <a:gd name="T9" fmla="*/ 768 h 768"/>
              <a:gd name="T10" fmla="*/ 20 w 1874"/>
              <a:gd name="T11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74" h="768">
                <a:moveTo>
                  <a:pt x="20" y="768"/>
                </a:moveTo>
                <a:cubicBezTo>
                  <a:pt x="20" y="768"/>
                  <a:pt x="71" y="230"/>
                  <a:pt x="491" y="164"/>
                </a:cubicBezTo>
                <a:cubicBezTo>
                  <a:pt x="491" y="164"/>
                  <a:pt x="938" y="0"/>
                  <a:pt x="1439" y="164"/>
                </a:cubicBezTo>
                <a:cubicBezTo>
                  <a:pt x="1439" y="164"/>
                  <a:pt x="1834" y="241"/>
                  <a:pt x="1874" y="768"/>
                </a:cubicBezTo>
                <a:cubicBezTo>
                  <a:pt x="0" y="768"/>
                  <a:pt x="0" y="768"/>
                  <a:pt x="0" y="768"/>
                </a:cubicBezTo>
                <a:lnTo>
                  <a:pt x="20" y="768"/>
                </a:lnTo>
                <a:close/>
              </a:path>
            </a:pathLst>
          </a:cu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2" name="Freeform 11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9833610" y="2837815"/>
            <a:ext cx="358140" cy="304165"/>
          </a:xfrm>
          <a:custGeom>
            <a:avLst/>
            <a:gdLst>
              <a:gd name="T0" fmla="*/ 0 w 1655"/>
              <a:gd name="T1" fmla="*/ 1015 h 1409"/>
              <a:gd name="T2" fmla="*/ 332 w 1655"/>
              <a:gd name="T3" fmla="*/ 1409 h 1409"/>
              <a:gd name="T4" fmla="*/ 1248 w 1655"/>
              <a:gd name="T5" fmla="*/ 1379 h 1409"/>
              <a:gd name="T6" fmla="*/ 1575 w 1655"/>
              <a:gd name="T7" fmla="*/ 990 h 1409"/>
              <a:gd name="T8" fmla="*/ 0 w 1655"/>
              <a:gd name="T9" fmla="*/ 1015 h 1409"/>
              <a:gd name="T10" fmla="*/ 960 w 1655"/>
              <a:gd name="T11" fmla="*/ 957 h 1409"/>
              <a:gd name="T12" fmla="*/ 824 w 1655"/>
              <a:gd name="T13" fmla="*/ 957 h 1409"/>
              <a:gd name="T14" fmla="*/ 824 w 1655"/>
              <a:gd name="T15" fmla="*/ 1065 h 1409"/>
              <a:gd name="T16" fmla="*/ 775 w 1655"/>
              <a:gd name="T17" fmla="*/ 1065 h 1409"/>
              <a:gd name="T18" fmla="*/ 775 w 1655"/>
              <a:gd name="T19" fmla="*/ 957 h 1409"/>
              <a:gd name="T20" fmla="*/ 645 w 1655"/>
              <a:gd name="T21" fmla="*/ 957 h 1409"/>
              <a:gd name="T22" fmla="*/ 645 w 1655"/>
              <a:gd name="T23" fmla="*/ 911 h 1409"/>
              <a:gd name="T24" fmla="*/ 775 w 1655"/>
              <a:gd name="T25" fmla="*/ 911 h 1409"/>
              <a:gd name="T26" fmla="*/ 775 w 1655"/>
              <a:gd name="T27" fmla="*/ 786 h 1409"/>
              <a:gd name="T28" fmla="*/ 824 w 1655"/>
              <a:gd name="T29" fmla="*/ 786 h 1409"/>
              <a:gd name="T30" fmla="*/ 824 w 1655"/>
              <a:gd name="T31" fmla="*/ 911 h 1409"/>
              <a:gd name="T32" fmla="*/ 960 w 1655"/>
              <a:gd name="T33" fmla="*/ 911 h 1409"/>
              <a:gd name="T34" fmla="*/ 960 w 1655"/>
              <a:gd name="T35" fmla="*/ 957 h 1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55" h="1409">
                <a:moveTo>
                  <a:pt x="0" y="1015"/>
                </a:moveTo>
                <a:cubicBezTo>
                  <a:pt x="332" y="1409"/>
                  <a:pt x="332" y="1409"/>
                  <a:pt x="332" y="1409"/>
                </a:cubicBezTo>
                <a:cubicBezTo>
                  <a:pt x="332" y="1409"/>
                  <a:pt x="796" y="1000"/>
                  <a:pt x="1248" y="1379"/>
                </a:cubicBezTo>
                <a:cubicBezTo>
                  <a:pt x="1575" y="990"/>
                  <a:pt x="1575" y="990"/>
                  <a:pt x="1575" y="990"/>
                </a:cubicBezTo>
                <a:cubicBezTo>
                  <a:pt x="1655" y="1080"/>
                  <a:pt x="793" y="0"/>
                  <a:pt x="0" y="1015"/>
                </a:cubicBezTo>
                <a:close/>
                <a:moveTo>
                  <a:pt x="960" y="957"/>
                </a:moveTo>
                <a:cubicBezTo>
                  <a:pt x="824" y="957"/>
                  <a:pt x="824" y="957"/>
                  <a:pt x="824" y="957"/>
                </a:cubicBezTo>
                <a:cubicBezTo>
                  <a:pt x="824" y="1065"/>
                  <a:pt x="824" y="1065"/>
                  <a:pt x="824" y="1065"/>
                </a:cubicBezTo>
                <a:cubicBezTo>
                  <a:pt x="775" y="1065"/>
                  <a:pt x="775" y="1065"/>
                  <a:pt x="775" y="1065"/>
                </a:cubicBezTo>
                <a:cubicBezTo>
                  <a:pt x="775" y="957"/>
                  <a:pt x="775" y="957"/>
                  <a:pt x="775" y="957"/>
                </a:cubicBezTo>
                <a:cubicBezTo>
                  <a:pt x="645" y="957"/>
                  <a:pt x="645" y="957"/>
                  <a:pt x="645" y="957"/>
                </a:cubicBezTo>
                <a:cubicBezTo>
                  <a:pt x="645" y="911"/>
                  <a:pt x="645" y="911"/>
                  <a:pt x="645" y="911"/>
                </a:cubicBezTo>
                <a:cubicBezTo>
                  <a:pt x="775" y="911"/>
                  <a:pt x="775" y="911"/>
                  <a:pt x="775" y="911"/>
                </a:cubicBezTo>
                <a:cubicBezTo>
                  <a:pt x="775" y="786"/>
                  <a:pt x="775" y="786"/>
                  <a:pt x="775" y="786"/>
                </a:cubicBezTo>
                <a:cubicBezTo>
                  <a:pt x="824" y="786"/>
                  <a:pt x="824" y="786"/>
                  <a:pt x="824" y="786"/>
                </a:cubicBezTo>
                <a:cubicBezTo>
                  <a:pt x="824" y="911"/>
                  <a:pt x="824" y="911"/>
                  <a:pt x="824" y="911"/>
                </a:cubicBezTo>
                <a:cubicBezTo>
                  <a:pt x="960" y="911"/>
                  <a:pt x="960" y="911"/>
                  <a:pt x="960" y="911"/>
                </a:cubicBezTo>
                <a:cubicBezTo>
                  <a:pt x="960" y="957"/>
                  <a:pt x="960" y="957"/>
                  <a:pt x="960" y="957"/>
                </a:cubicBezTo>
                <a:close/>
              </a:path>
            </a:pathLst>
          </a:cu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>
            <p:custDataLst>
              <p:tags r:id="rId13"/>
            </p:custDataLst>
          </p:nvPr>
        </p:nvSpPr>
        <p:spPr>
          <a:xfrm>
            <a:off x="4271682" y="2695522"/>
            <a:ext cx="1136829" cy="1136829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Freeform 17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4535170" y="3024505"/>
            <a:ext cx="657225" cy="369570"/>
          </a:xfrm>
          <a:custGeom>
            <a:avLst/>
            <a:gdLst/>
            <a:ahLst/>
            <a:cxnLst>
              <a:cxn ang="0">
                <a:pos x="771" y="377"/>
              </a:cxn>
              <a:cxn ang="0">
                <a:pos x="771" y="472"/>
              </a:cxn>
              <a:cxn ang="0">
                <a:pos x="838" y="472"/>
              </a:cxn>
              <a:cxn ang="0">
                <a:pos x="838" y="310"/>
              </a:cxn>
              <a:cxn ang="0">
                <a:pos x="67" y="310"/>
              </a:cxn>
              <a:cxn ang="0">
                <a:pos x="67" y="35"/>
              </a:cxn>
              <a:cxn ang="0">
                <a:pos x="57" y="11"/>
              </a:cxn>
              <a:cxn ang="0">
                <a:pos x="33" y="0"/>
              </a:cxn>
              <a:cxn ang="0">
                <a:pos x="10" y="11"/>
              </a:cxn>
              <a:cxn ang="0">
                <a:pos x="0" y="35"/>
              </a:cxn>
              <a:cxn ang="0">
                <a:pos x="0" y="472"/>
              </a:cxn>
              <a:cxn ang="0">
                <a:pos x="67" y="472"/>
              </a:cxn>
              <a:cxn ang="0">
                <a:pos x="67" y="377"/>
              </a:cxn>
              <a:cxn ang="0">
                <a:pos x="771" y="377"/>
              </a:cxn>
              <a:cxn ang="0">
                <a:pos x="771" y="377"/>
              </a:cxn>
              <a:cxn ang="0">
                <a:pos x="771" y="377"/>
              </a:cxn>
            </a:cxnLst>
            <a:rect l="0" t="0" r="r" b="b"/>
            <a:pathLst>
              <a:path w="838" h="472">
                <a:moveTo>
                  <a:pt x="771" y="377"/>
                </a:moveTo>
                <a:cubicBezTo>
                  <a:pt x="771" y="472"/>
                  <a:pt x="771" y="472"/>
                  <a:pt x="771" y="472"/>
                </a:cubicBezTo>
                <a:cubicBezTo>
                  <a:pt x="838" y="472"/>
                  <a:pt x="838" y="472"/>
                  <a:pt x="838" y="472"/>
                </a:cubicBezTo>
                <a:cubicBezTo>
                  <a:pt x="838" y="310"/>
                  <a:pt x="838" y="310"/>
                  <a:pt x="838" y="310"/>
                </a:cubicBezTo>
                <a:cubicBezTo>
                  <a:pt x="67" y="310"/>
                  <a:pt x="67" y="310"/>
                  <a:pt x="67" y="310"/>
                </a:cubicBezTo>
                <a:cubicBezTo>
                  <a:pt x="67" y="35"/>
                  <a:pt x="67" y="35"/>
                  <a:pt x="67" y="35"/>
                </a:cubicBezTo>
                <a:cubicBezTo>
                  <a:pt x="67" y="26"/>
                  <a:pt x="64" y="18"/>
                  <a:pt x="57" y="11"/>
                </a:cubicBezTo>
                <a:cubicBezTo>
                  <a:pt x="50" y="4"/>
                  <a:pt x="43" y="0"/>
                  <a:pt x="33" y="0"/>
                </a:cubicBezTo>
                <a:cubicBezTo>
                  <a:pt x="24" y="0"/>
                  <a:pt x="16" y="4"/>
                  <a:pt x="10" y="11"/>
                </a:cubicBezTo>
                <a:cubicBezTo>
                  <a:pt x="3" y="18"/>
                  <a:pt x="0" y="26"/>
                  <a:pt x="0" y="35"/>
                </a:cubicBezTo>
                <a:cubicBezTo>
                  <a:pt x="0" y="472"/>
                  <a:pt x="0" y="472"/>
                  <a:pt x="0" y="472"/>
                </a:cubicBezTo>
                <a:cubicBezTo>
                  <a:pt x="67" y="472"/>
                  <a:pt x="67" y="472"/>
                  <a:pt x="67" y="472"/>
                </a:cubicBezTo>
                <a:cubicBezTo>
                  <a:pt x="67" y="377"/>
                  <a:pt x="67" y="377"/>
                  <a:pt x="67" y="377"/>
                </a:cubicBezTo>
                <a:lnTo>
                  <a:pt x="771" y="377"/>
                </a:lnTo>
                <a:close/>
                <a:moveTo>
                  <a:pt x="771" y="377"/>
                </a:moveTo>
                <a:cubicBezTo>
                  <a:pt x="771" y="377"/>
                  <a:pt x="771" y="377"/>
                  <a:pt x="771" y="377"/>
                </a:cubicBezTo>
              </a:path>
            </a:pathLst>
          </a:cu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0318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4634865" y="3093720"/>
            <a:ext cx="97155" cy="95885"/>
          </a:xfrm>
          <a:custGeom>
            <a:avLst/>
            <a:gdLst/>
            <a:ahLst/>
            <a:cxnLst>
              <a:cxn ang="0">
                <a:pos x="61" y="123"/>
              </a:cxn>
              <a:cxn ang="0">
                <a:pos x="105" y="105"/>
              </a:cxn>
              <a:cxn ang="0">
                <a:pos x="124" y="61"/>
              </a:cxn>
              <a:cxn ang="0">
                <a:pos x="105" y="18"/>
              </a:cxn>
              <a:cxn ang="0">
                <a:pos x="61" y="0"/>
              </a:cxn>
              <a:cxn ang="0">
                <a:pos x="18" y="18"/>
              </a:cxn>
              <a:cxn ang="0">
                <a:pos x="0" y="61"/>
              </a:cxn>
              <a:cxn ang="0">
                <a:pos x="18" y="105"/>
              </a:cxn>
              <a:cxn ang="0">
                <a:pos x="61" y="123"/>
              </a:cxn>
              <a:cxn ang="0">
                <a:pos x="61" y="123"/>
              </a:cxn>
              <a:cxn ang="0">
                <a:pos x="61" y="123"/>
              </a:cxn>
            </a:cxnLst>
            <a:rect l="0" t="0" r="r" b="b"/>
            <a:pathLst>
              <a:path w="124" h="123">
                <a:moveTo>
                  <a:pt x="61" y="123"/>
                </a:moveTo>
                <a:cubicBezTo>
                  <a:pt x="78" y="123"/>
                  <a:pt x="93" y="117"/>
                  <a:pt x="105" y="105"/>
                </a:cubicBezTo>
                <a:cubicBezTo>
                  <a:pt x="118" y="93"/>
                  <a:pt x="124" y="78"/>
                  <a:pt x="124" y="61"/>
                </a:cubicBezTo>
                <a:cubicBezTo>
                  <a:pt x="124" y="44"/>
                  <a:pt x="118" y="30"/>
                  <a:pt x="105" y="18"/>
                </a:cubicBezTo>
                <a:cubicBezTo>
                  <a:pt x="93" y="6"/>
                  <a:pt x="78" y="0"/>
                  <a:pt x="61" y="0"/>
                </a:cubicBezTo>
                <a:cubicBezTo>
                  <a:pt x="44" y="0"/>
                  <a:pt x="30" y="6"/>
                  <a:pt x="18" y="18"/>
                </a:cubicBezTo>
                <a:cubicBezTo>
                  <a:pt x="6" y="30"/>
                  <a:pt x="0" y="44"/>
                  <a:pt x="0" y="61"/>
                </a:cubicBezTo>
                <a:cubicBezTo>
                  <a:pt x="0" y="78"/>
                  <a:pt x="6" y="93"/>
                  <a:pt x="18" y="105"/>
                </a:cubicBezTo>
                <a:cubicBezTo>
                  <a:pt x="30" y="117"/>
                  <a:pt x="44" y="123"/>
                  <a:pt x="61" y="123"/>
                </a:cubicBezTo>
                <a:close/>
                <a:moveTo>
                  <a:pt x="61" y="123"/>
                </a:moveTo>
                <a:cubicBezTo>
                  <a:pt x="61" y="123"/>
                  <a:pt x="61" y="123"/>
                  <a:pt x="61" y="123"/>
                </a:cubicBezTo>
              </a:path>
            </a:pathLst>
          </a:cu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0318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7" name="Freeform 20"/>
          <p:cNvSpPr>
            <a:spLocks noEditPoints="1"/>
          </p:cNvSpPr>
          <p:nvPr>
            <p:custDataLst>
              <p:tags r:id="rId16"/>
            </p:custDataLst>
          </p:nvPr>
        </p:nvSpPr>
        <p:spPr bwMode="auto">
          <a:xfrm>
            <a:off x="4616450" y="3100070"/>
            <a:ext cx="574040" cy="139065"/>
          </a:xfrm>
          <a:custGeom>
            <a:avLst/>
            <a:gdLst/>
            <a:ahLst/>
            <a:cxnLst>
              <a:cxn ang="0">
                <a:pos x="718" y="63"/>
              </a:cxn>
              <a:cxn ang="0">
                <a:pos x="683" y="47"/>
              </a:cxn>
              <a:cxn ang="0">
                <a:pos x="197" y="0"/>
              </a:cxn>
              <a:cxn ang="0">
                <a:pos x="194" y="0"/>
              </a:cxn>
              <a:cxn ang="0">
                <a:pos x="172" y="9"/>
              </a:cxn>
              <a:cxn ang="0">
                <a:pos x="163" y="31"/>
              </a:cxn>
              <a:cxn ang="0">
                <a:pos x="163" y="115"/>
              </a:cxn>
              <a:cxn ang="0">
                <a:pos x="84" y="129"/>
              </a:cxn>
              <a:cxn ang="0">
                <a:pos x="30" y="106"/>
              </a:cxn>
              <a:cxn ang="0">
                <a:pos x="23" y="98"/>
              </a:cxn>
              <a:cxn ang="0">
                <a:pos x="0" y="129"/>
              </a:cxn>
              <a:cxn ang="0">
                <a:pos x="0" y="144"/>
              </a:cxn>
              <a:cxn ang="0">
                <a:pos x="33" y="177"/>
              </a:cxn>
              <a:cxn ang="0">
                <a:pos x="732" y="177"/>
              </a:cxn>
              <a:cxn ang="0">
                <a:pos x="732" y="95"/>
              </a:cxn>
              <a:cxn ang="0">
                <a:pos x="718" y="63"/>
              </a:cxn>
              <a:cxn ang="0">
                <a:pos x="718" y="63"/>
              </a:cxn>
              <a:cxn ang="0">
                <a:pos x="718" y="63"/>
              </a:cxn>
            </a:cxnLst>
            <a:rect l="0" t="0" r="r" b="b"/>
            <a:pathLst>
              <a:path w="732" h="177">
                <a:moveTo>
                  <a:pt x="718" y="63"/>
                </a:moveTo>
                <a:cubicBezTo>
                  <a:pt x="709" y="55"/>
                  <a:pt x="697" y="50"/>
                  <a:pt x="683" y="47"/>
                </a:cubicBezTo>
                <a:cubicBezTo>
                  <a:pt x="197" y="0"/>
                  <a:pt x="197" y="0"/>
                  <a:pt x="197" y="0"/>
                </a:cubicBezTo>
                <a:cubicBezTo>
                  <a:pt x="194" y="0"/>
                  <a:pt x="194" y="0"/>
                  <a:pt x="194" y="0"/>
                </a:cubicBezTo>
                <a:cubicBezTo>
                  <a:pt x="185" y="0"/>
                  <a:pt x="178" y="3"/>
                  <a:pt x="172" y="9"/>
                </a:cubicBezTo>
                <a:cubicBezTo>
                  <a:pt x="166" y="15"/>
                  <a:pt x="163" y="22"/>
                  <a:pt x="163" y="31"/>
                </a:cubicBezTo>
                <a:cubicBezTo>
                  <a:pt x="163" y="115"/>
                  <a:pt x="163" y="115"/>
                  <a:pt x="163" y="115"/>
                </a:cubicBezTo>
                <a:cubicBezTo>
                  <a:pt x="159" y="108"/>
                  <a:pt x="105" y="129"/>
                  <a:pt x="84" y="129"/>
                </a:cubicBezTo>
                <a:cubicBezTo>
                  <a:pt x="63" y="129"/>
                  <a:pt x="45" y="121"/>
                  <a:pt x="30" y="106"/>
                </a:cubicBezTo>
                <a:cubicBezTo>
                  <a:pt x="28" y="104"/>
                  <a:pt x="25" y="101"/>
                  <a:pt x="23" y="98"/>
                </a:cubicBezTo>
                <a:cubicBezTo>
                  <a:pt x="10" y="102"/>
                  <a:pt x="0" y="115"/>
                  <a:pt x="0" y="129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62"/>
                  <a:pt x="15" y="177"/>
                  <a:pt x="33" y="177"/>
                </a:cubicBezTo>
                <a:cubicBezTo>
                  <a:pt x="732" y="177"/>
                  <a:pt x="732" y="177"/>
                  <a:pt x="732" y="177"/>
                </a:cubicBezTo>
                <a:cubicBezTo>
                  <a:pt x="732" y="95"/>
                  <a:pt x="732" y="95"/>
                  <a:pt x="732" y="95"/>
                </a:cubicBezTo>
                <a:cubicBezTo>
                  <a:pt x="732" y="82"/>
                  <a:pt x="728" y="71"/>
                  <a:pt x="718" y="63"/>
                </a:cubicBezTo>
                <a:close/>
                <a:moveTo>
                  <a:pt x="718" y="63"/>
                </a:moveTo>
                <a:cubicBezTo>
                  <a:pt x="718" y="63"/>
                  <a:pt x="718" y="63"/>
                  <a:pt x="718" y="63"/>
                </a:cubicBezTo>
              </a:path>
            </a:pathLst>
          </a:custGeom>
          <a:solidFill>
            <a:srgbClr val="285B9E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103187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>
            <p:custDataLst>
              <p:tags r:id="rId17"/>
            </p:custDataLst>
          </p:nvPr>
        </p:nvSpPr>
        <p:spPr>
          <a:xfrm>
            <a:off x="1327477" y="4026471"/>
            <a:ext cx="1927321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提高患者满意度，增加社会效应，提升医院的整体品牌形象。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/>
          <p:cNvSpPr/>
          <p:nvPr>
            <p:custDataLst>
              <p:tags r:id="rId18"/>
            </p:custDataLst>
          </p:nvPr>
        </p:nvSpPr>
        <p:spPr>
          <a:xfrm>
            <a:off x="3869394" y="4026471"/>
            <a:ext cx="1927321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促进患者积极配合，确保治疗和护理的顺利实施，促进患者早日康复。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19"/>
            </p:custDataLst>
          </p:nvPr>
        </p:nvSpPr>
        <p:spPr>
          <a:xfrm>
            <a:off x="6483304" y="4026471"/>
            <a:ext cx="1927321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增加团队凝聚力，改善工作效率和品质，提高病区整体形象。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20"/>
            </p:custDataLst>
          </p:nvPr>
        </p:nvSpPr>
        <p:spPr>
          <a:xfrm>
            <a:off x="9046529" y="4026471"/>
            <a:ext cx="1927321" cy="1526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提高个人专业能力，增加患者对医护人员的信任，体现职业价值感。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21"/>
            </p:custDataLst>
          </p:nvPr>
        </p:nvSpPr>
        <p:spPr>
          <a:xfrm>
            <a:off x="1400142" y="2207465"/>
            <a:ext cx="1452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对社会而言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22"/>
            </p:custDataLst>
          </p:nvPr>
        </p:nvSpPr>
        <p:spPr>
          <a:xfrm>
            <a:off x="4092593" y="2220977"/>
            <a:ext cx="1452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对公司而言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23"/>
            </p:custDataLst>
          </p:nvPr>
        </p:nvSpPr>
        <p:spPr>
          <a:xfrm>
            <a:off x="6675885" y="2221640"/>
            <a:ext cx="14528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对行业而言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/>
          <p:cNvSpPr/>
          <p:nvPr>
            <p:custDataLst>
              <p:tags r:id="rId24"/>
            </p:custDataLst>
          </p:nvPr>
        </p:nvSpPr>
        <p:spPr>
          <a:xfrm>
            <a:off x="9239110" y="2221641"/>
            <a:ext cx="1467068" cy="430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对个人而言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93566" y="2022205"/>
            <a:ext cx="865333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>
                <a:solidFill>
                  <a:srgbClr val="A21212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汇报完毕 谢谢大家</a:t>
            </a:r>
            <a:endParaRPr lang="zh-CN" altLang="en-US" sz="8000" b="1" dirty="0">
              <a:solidFill>
                <a:srgbClr val="A21212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01023" y="3732364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prstClr val="black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不足之处请专家批评指正</a:t>
            </a:r>
            <a:endParaRPr lang="zh-CN" altLang="en-US" sz="3600" dirty="0">
              <a:solidFill>
                <a:prstClr val="black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095026" y="6423388"/>
            <a:ext cx="2052547" cy="261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800" dirty="0">
                <a:solidFill>
                  <a:schemeClr val="bg1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+mn-ea"/>
                <a:sym typeface="汉仪旗黑-55简" panose="00020600040101010101" pitchFamily="18" charset="-122"/>
              </a:rPr>
              <a:t>PROJECT APPLICATION</a:t>
            </a:r>
            <a:endParaRPr lang="zh-CN" altLang="en-US" sz="800" dirty="0">
              <a:solidFill>
                <a:schemeClr val="bg1"/>
              </a:solidFill>
              <a:latin typeface="汉仪旗黑-55简" panose="00020600040101010101" pitchFamily="18" charset="-122"/>
              <a:ea typeface="汉仪旗黑-55简" panose="00020600040101010101" pitchFamily="18" charset="-122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995" y="647700"/>
            <a:ext cx="1897380" cy="10826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dirty="0">
                <a:solidFill>
                  <a:srgbClr val="990000"/>
                </a:solidFill>
                <a:latin typeface="汉仪雅酷黑 75W" panose="020B0804020202020204" charset="-122"/>
                <a:ea typeface="汉仪雅酷黑 75W" panose="020B0804020202020204" charset="-122"/>
                <a:cs typeface="+mn-ea"/>
                <a:sym typeface="+mn-lt"/>
              </a:rPr>
              <a:t>LOGO</a:t>
            </a:r>
            <a:endParaRPr lang="en-US" altLang="zh-CN" sz="7200" dirty="0">
              <a:solidFill>
                <a:srgbClr val="990000"/>
              </a:solidFill>
              <a:latin typeface="汉仪雅酷黑 75W" panose="020B0804020202020204" charset="-122"/>
              <a:ea typeface="汉仪雅酷黑 75W" panose="020B08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4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5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6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7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8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9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0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1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2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3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4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5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6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7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8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19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0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1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2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3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4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5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6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7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8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29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0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1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2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3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4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5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6.xml><?xml version="1.0" encoding="utf-8"?>
<p:tagLst xmlns:p="http://schemas.openxmlformats.org/presentationml/2006/main">
  <p:tag name="KSO_WM_DIAGRAM_VIRTUALLY_FRAME" val="{&quot;height&quot;:500.4169048110395,&quot;left&quot;:125.30795275590552,&quot;top&quot;:144.60417322834647,&quot;width&quot;:720.8121259842519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i*1_1_2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i*1_1_3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0000000298023224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x*1_1_1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225*225"/>
  <p:tag name="KSO_WM_DIAGRAM_GROUP_CODE" val="n1-1"/>
  <p:tag name="KSO_WM_UNIT_TYPE" val="n_h_x"/>
  <p:tag name="KSO_WM_UNIT_INDEX" val="1_1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FORE_SCHEMECOLOR_INDEX" val="5"/>
  <p:tag name="KSO_WM_UNIT_FILL_TYPE" val="1"/>
  <p:tag name="KSO_WM_UNIT_SHADOW_SCHEMECOLOR_INDEX" val="5"/>
  <p:tag name="KSO_WM_UNIT_USESOURCEFORMAT_APPLY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6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6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10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2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455_5*n_h_h_f*1_2_1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请尽量言简意赅的阐述观点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455_5*n_h_h_a*1_2_1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1455_5*n_h_a*1_1_1"/>
  <p:tag name="KSO_WM_TEMPLATE_CATEGORY" val="diagram"/>
  <p:tag name="KSO_WM_TEMPLATE_INDEX" val="20231455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添加标题"/>
  <p:tag name="KSO_WM_UNIT_TEXT_FILL_FORE_SCHEMECOLOR_INDEX" val="1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455_5*n_h_h_f*1_2_2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请尽量言简意赅的阐述观点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455_5*n_h_h_a*1_2_2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455_5*n_h_h_f*1_2_3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请尽量言简意赅的阐述观点"/>
  <p:tag name="KSO_WM_UNIT_TEXT_FILL_FORE_SCHEMECOLOR_INDEX" val="1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455_5*n_h_h_a*1_2_3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455_5*n_h_h_f*1_2_4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请尽量言简意赅的阐述观点"/>
  <p:tag name="KSO_WM_UNIT_TEXT_FILL_FORE_SCHEMECOLOR_INDEX" val="1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1455_5*n_h_h_a*1_2_4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1455_5*n_h_h_f*1_2_5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正文，请尽量言简意赅的阐述观点"/>
  <p:tag name="KSO_WM_UNIT_TEXT_FILL_FORE_SCHEMECOLOR_INDEX" val="1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5_1"/>
  <p:tag name="KSO_WM_UNIT_ID" val="diagram20231455_5*n_h_h_a*1_2_5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6_1"/>
  <p:tag name="KSO_WM_UNIT_ID" val="diagram20231455_5*n_h_h_f*1_2_6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请尽量言简意赅的阐述观点"/>
  <p:tag name="KSO_WM_UNIT_TEXT_FILL_FORE_SCHEMECOLOR_INDEX" val="1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6_1"/>
  <p:tag name="KSO_WM_UNIT_ID" val="diagram20231455_5*n_h_h_a*1_2_6_1"/>
  <p:tag name="KSO_WM_TEMPLATE_CATEGORY" val="diagram"/>
  <p:tag name="KSO_WM_TEMPLATE_INDEX" val="20231455"/>
  <p:tag name="KSO_WM_UNIT_LAYERLEVEL" val="1_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1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2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3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4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5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6_1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1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3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5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5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9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h_i*1_2_4_2"/>
  <p:tag name="KSO_WM_TEMPLATE_CATEGORY" val="diagram"/>
  <p:tag name="KSO_WM_TEMPLATE_INDEX" val="20231455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4_2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455_5*n_h_i*1_1_1"/>
  <p:tag name="KSO_WM_TEMPLATE_CATEGORY" val="diagram"/>
  <p:tag name="KSO_WM_TEMPLATE_INDEX" val="2023145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340.4691467285156,&quot;left&quot;:55.225006103515625,&quot;top&quot;:140.02499356487607,&quot;width&quot;:850.299987792968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77999997138977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SLIDE_ID" val="diagram20231455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455"/>
  <p:tag name="KSO_WM_SLIDE_TYPE" val="text"/>
  <p:tag name="KSO_WM_SLIDE_SUBTYPE" val="diag"/>
  <p:tag name="KSO_WM_SLIDE_SIZE" val="849.45*301.169"/>
  <p:tag name="KSO_WM_SLIDE_POSITION" val="55.65*177.4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2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VIRTUALLY_FRAME" val="{&quot;height&quot;:360.3999938964844,&quot;left&quot;:46.29998779296875,&quot;top&quot;:132.2500030517578,&quot;width&quot;:866.1500244140625}"/>
  <p:tag name="KSO_WM_UNIT_FILL_TYPE" val="3"/>
  <p:tag name="KSO_WM_UNIT_LINE_FORE_SCHEMECOLOR_INDEX" val="6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6"/>
  <p:tag name="KSO_WM_UNIT_USESOURCEFORMAT_APPLY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2_2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VIRTUALLY_FRAME" val="{&quot;height&quot;:360.3999938964844,&quot;left&quot;:46.29998779296875,&quot;top&quot;:132.2500030517578,&quot;width&quot;:866.1500244140625}"/>
  <p:tag name="KSO_WM_UNIT_FILL_TYPE" val="3"/>
  <p:tag name="KSO_WM_DIAGRAM_MAX_ITEMCNT" val="6"/>
  <p:tag name="KSO_WM_DIAGRAM_MIN_ITEMCNT" val="3"/>
  <p:tag name="KSO_WM_DIAGRAM_COLOR_MATCH_VALUE" val="{&quot;shape&quot;:{&quot;fill&quot;:{&quot;gradient&quot;:[{&quot;brightness&quot;:0,&quot;colorType&quot;:1,&quot;foreColorIndex&quot;:8,&quot;pos&quot;:0,&quot;transparency&quot;:0},{&quot;brightness&quot;:-0.25,&quot;colorType&quot;:1,&quot;foreColorIndex&quot;:8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2_3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3"/>
  <p:tag name="KSO_WM_DIAGRAM_VIRTUALLY_FRAME" val="{&quot;height&quot;:360.3999938964844,&quot;left&quot;:46.29998779296875,&quot;top&quot;:132.2500030517578,&quot;width&quot;:866.1500244140625}"/>
  <p:tag name="KSO_WM_UNIT_FILL_TYPE" val="1"/>
  <p:tag name="KSO_WM_UNIT_FILL_FORE_SCHEMECOLOR_INDEX" val="8"/>
  <p:tag name="KSO_WM_UNIT_FILL_FORE_SCHEMECOLOR_INDEX_BRIGHTNESS" val="0.6"/>
  <p:tag name="KSO_WM_DIAGRAM_MAX_ITEMCNT" val="6"/>
  <p:tag name="KSO_WM_DIAGRAM_MIN_ITEMCNT" val="3"/>
  <p:tag name="KSO_WM_DIAGRAM_COLOR_MATCH_VALUE" val="{&quot;shape&quot;:{&quot;fill&quot;:{&quot;solid&quot;:{&quot;brightness&quot;:0.6000000238418579,&quot;colorType&quot;:1,&quot;foreColorIndex&quot;:8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f*1_2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2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正文，文字是您思想的提炼请简意的阐述您的观点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a*1_2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项标题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4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SUBTYPE" val="d"/>
  <p:tag name="KSO_WM_UNIT_TYPE" val="l_h_i"/>
  <p:tag name="KSO_WM_UNIT_INDEX" val="1_4_1"/>
  <p:tag name="KSO_WM_DIAGRAM_VIRTUALLY_FRAME" val="{&quot;height&quot;:360.3999938964844,&quot;left&quot;:46.29998779296875,&quot;top&quot;:132.2500030517578,&quot;width&quot;:866.1500244140625}"/>
  <p:tag name="KSO_WM_UNIT_FILL_TYPE" val="3"/>
  <p:tag name="KSO_WM_UNIT_LINE_FORE_SCHEMECOLOR_INDEX" val="8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solidLine&quot;:{&quot;brightness&quot;:0,&quot;colorType&quot;:1,&quot;foreColorIndex&quot;:8,&quot;transparency&quot;:0},&quot;type&quot;:1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8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4_2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2"/>
  <p:tag name="KSO_WM_DIAGRAM_VIRTUALLY_FRAME" val="{&quot;height&quot;:360.3999938964844,&quot;left&quot;:46.29998779296875,&quot;top&quot;:132.2500030517578,&quot;width&quot;:866.1500244140625}"/>
  <p:tag name="KSO_WM_UNIT_FILL_TYPE" val="3"/>
  <p:tag name="KSO_WM_DIAGRAM_MAX_ITEMCNT" val="6"/>
  <p:tag name="KSO_WM_DIAGRAM_MIN_ITEMCNT" val="3"/>
  <p:tag name="KSO_WM_DIAGRAM_COLOR_MATCH_VALUE" val="{&quot;shape&quot;:{&quot;fill&quot;:{&quot;gradient&quot;:[{&quot;brightness&quot;:0,&quot;colorType&quot;:1,&quot;foreColorIndex&quot;:8,&quot;pos&quot;:0,&quot;transparency&quot;:0},{&quot;brightness&quot;:-0.25,&quot;colorType&quot;:1,&quot;foreColorIndex&quot;:8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4_3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3"/>
  <p:tag name="KSO_WM_DIAGRAM_VIRTUALLY_FRAME" val="{&quot;height&quot;:360.3999938964844,&quot;left&quot;:46.29998779296875,&quot;top&quot;:132.2500030517578,&quot;width&quot;:866.1500244140625}"/>
  <p:tag name="KSO_WM_UNIT_FILL_TYPE" val="1"/>
  <p:tag name="KSO_WM_UNIT_FILL_FORE_SCHEMECOLOR_INDEX" val="8"/>
  <p:tag name="KSO_WM_UNIT_FILL_FORE_SCHEMECOLOR_INDEX_BRIGHTNESS" val="0.6"/>
  <p:tag name="KSO_WM_DIAGRAM_MAX_ITEMCNT" val="6"/>
  <p:tag name="KSO_WM_DIAGRAM_MIN_ITEMCNT" val="3"/>
  <p:tag name="KSO_WM_DIAGRAM_COLOR_MATCH_VALUE" val="{&quot;shape&quot;:{&quot;fill&quot;:{&quot;solid&quot;:{&quot;brightness&quot;:0.6000000238418579,&quot;colorType&quot;:1,&quot;foreColorIndex&quot;:8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f*1_4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4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单击此处添加正文，文字是您思想的提炼请简意的阐述您的观点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a*1_4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项标题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1_3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3"/>
  <p:tag name="KSO_WM_DIAGRAM_VIRTUALLY_FRAME" val="{&quot;height&quot;:360.3999938964844,&quot;left&quot;:46.29998779296875,&quot;top&quot;:132.2500030517578,&quot;width&quot;:866.1500244140625}"/>
  <p:tag name="KSO_WM_UNIT_FILL_TYPE" val="1"/>
  <p:tag name="KSO_WM_UNIT_FILL_FORE_SCHEMECOLOR_INDEX" val="5"/>
  <p:tag name="KSO_WM_UNIT_FILL_FORE_SCHEMECOLOR_INDEX_BRIGHTNESS" val="0.6"/>
  <p:tag name="KSO_WM_DIAGRAM_MAX_ITEMCNT" val="6"/>
  <p:tag name="KSO_WM_DIAGRAM_MIN_ITEMCNT" val="3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1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SUBTYPE" val="d"/>
  <p:tag name="KSO_WM_UNIT_TYPE" val="l_h_i"/>
  <p:tag name="KSO_WM_UNIT_INDEX" val="1_1_1"/>
  <p:tag name="KSO_WM_DIAGRAM_VIRTUALLY_FRAME" val="{&quot;height&quot;:360.3999938964844,&quot;left&quot;:46.29998779296875,&quot;top&quot;:132.2500030517578,&quot;width&quot;:866.1500244140625}"/>
  <p:tag name="KSO_WM_UNIT_FILL_TYPE" val="3"/>
  <p:tag name="KSO_WM_UNIT_LINE_FORE_SCHEMECOLOR_INDEX" val="5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,{&quot;brightness&quot;:0,&quot;colorType&quot;:1,&quot;foreColorIndex&quot;:5,&quot;pos&quot;:0.5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5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1_2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VIRTUALLY_FRAME" val="{&quot;height&quot;:360.3999938964844,&quot;left&quot;:46.29998779296875,&quot;top&quot;:132.2500030517578,&quot;width&quot;:866.1500244140625}"/>
  <p:tag name="KSO_WM_UNIT_FILL_TYPE" val="3"/>
  <p:tag name="KSO_WM_DIAGRAM_MAX_ITEMCNT" val="6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f*1_1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单击此处添加正文，文字是您思想的提炼，请简意的阐述您的观点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a*1_1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项标题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3_3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3"/>
  <p:tag name="KSO_WM_DIAGRAM_VIRTUALLY_FRAME" val="{&quot;height&quot;:360.3999938964844,&quot;left&quot;:46.29998779296875,&quot;top&quot;:132.2500030517578,&quot;width&quot;:866.1500244140625}"/>
  <p:tag name="KSO_WM_UNIT_FILL_TYPE" val="1"/>
  <p:tag name="KSO_WM_UNIT_FILL_FORE_SCHEMECOLOR_INDEX" val="5"/>
  <p:tag name="KSO_WM_UNIT_FILL_FORE_SCHEMECOLOR_INDEX_BRIGHTNESS" val="0.6"/>
  <p:tag name="KSO_WM_DIAGRAM_MAX_ITEMCNT" val="6"/>
  <p:tag name="KSO_WM_DIAGRAM_MIN_ITEMCNT" val="3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3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SUBTYPE" val="d"/>
  <p:tag name="KSO_WM_UNIT_TYPE" val="l_h_i"/>
  <p:tag name="KSO_WM_UNIT_INDEX" val="1_3_1"/>
  <p:tag name="KSO_WM_DIAGRAM_VIRTUALLY_FRAME" val="{&quot;height&quot;:360.3999938964844,&quot;left&quot;:46.29998779296875,&quot;top&quot;:132.2500030517578,&quot;width&quot;:866.1500244140625}"/>
  <p:tag name="KSO_WM_UNIT_FILL_TYPE" val="3"/>
  <p:tag name="KSO_WM_UNIT_LINE_FORE_SCHEMECOLOR_INDEX" val="7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,{&quot;brightness&quot;:0,&quot;colorType&quot;:1,&quot;foreColorIndex&quot;:5,&quot;pos&quot;:0.5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7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3_2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VIRTUALLY_FRAME" val="{&quot;height&quot;:360.3999938964844,&quot;left&quot;:46.29998779296875,&quot;top&quot;:132.2500030517578,&quot;width&quot;:866.1500244140625}"/>
  <p:tag name="KSO_WM_UNIT_FILL_TYPE" val="3"/>
  <p:tag name="KSO_WM_DIAGRAM_MAX_ITEMCNT" val="6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f*1_3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3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正文，文字是您思想的提炼，请简意的阐述您的观点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a*1_3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项标题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5_3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5_3"/>
  <p:tag name="KSO_WM_DIAGRAM_VIRTUALLY_FRAME" val="{&quot;height&quot;:360.3999938964844,&quot;left&quot;:46.29998779296875,&quot;top&quot;:132.2500030517578,&quot;width&quot;:866.1500244140625}"/>
  <p:tag name="KSO_WM_UNIT_FILL_TYPE" val="1"/>
  <p:tag name="KSO_WM_UNIT_FILL_FORE_SCHEMECOLOR_INDEX" val="5"/>
  <p:tag name="KSO_WM_UNIT_FILL_FORE_SCHEMECOLOR_INDEX_BRIGHTNESS" val="0.6"/>
  <p:tag name="KSO_WM_DIAGRAM_MAX_ITEMCNT" val="6"/>
  <p:tag name="KSO_WM_DIAGRAM_MIN_ITEMCNT" val="3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5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SUBTYPE" val="d"/>
  <p:tag name="KSO_WM_UNIT_TYPE" val="l_h_i"/>
  <p:tag name="KSO_WM_UNIT_INDEX" val="1_5_1"/>
  <p:tag name="KSO_WM_DIAGRAM_VIRTUALLY_FRAME" val="{&quot;height&quot;:360.3999938964844,&quot;left&quot;:46.29998779296875,&quot;top&quot;:132.2500030517578,&quot;width&quot;:866.1500244140625}"/>
  <p:tag name="KSO_WM_UNIT_FILL_TYPE" val="3"/>
  <p:tag name="KSO_WM_UNIT_LINE_FORE_SCHEMECOLOR_INDEX" val="9"/>
  <p:tag name="KSO_WM_DIAGRAM_MAX_ITEMCNT" val="6"/>
  <p:tag name="KSO_WM_DIAGRAM_MIN_ITEMCNT" val="3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,{&quot;brightness&quot;:0,&quot;colorType&quot;:1,&quot;foreColorIndex&quot;:5,&quot;pos&quot;:0.5,&quot;transparency&quot;:0}],&quot;type&quot;:3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9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i*1_5_2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5_2"/>
  <p:tag name="KSO_WM_DIAGRAM_VIRTUALLY_FRAME" val="{&quot;height&quot;:360.3999938964844,&quot;left&quot;:46.29998779296875,&quot;top&quot;:132.2500030517578,&quot;width&quot;:866.1500244140625}"/>
  <p:tag name="KSO_WM_UNIT_FILL_TYPE" val="3"/>
  <p:tag name="KSO_WM_DIAGRAM_MAX_ITEMCNT" val="6"/>
  <p:tag name="KSO_WM_DIAGRAM_MIN_ITEMCNT" val="3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0.850000023841857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f*1_5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5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单击此处添加正文，文字是您思想的提炼，请简意的阐述您的观点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315_3*l_h_a*1_5_1"/>
  <p:tag name="KSO_WM_TEMPLATE_CATEGORY" val="diagram"/>
  <p:tag name="KSO_WM_TEMPLATE_INDEX" val="20230315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5_1"/>
  <p:tag name="KSO_WM_UNIT_TEXT_TYPE" val="1"/>
  <p:tag name="KSO_WM_DIAGRAM_VIRTUALLY_FRAME" val="{&quot;height&quot;:360.3999938964844,&quot;left&quot;:46.29998779296875,&quot;top&quot;:132.2500030517578,&quot;width&quot;:866.1500244140625}"/>
  <p:tag name="KSO_WM_UNIT_PRESET_TEXT" val="添加项标题"/>
  <p:tag name="KSO_WM_UNIT_TEXT_FILL_FORE_SCHEMECOLOR_INDEX" val="1"/>
  <p:tag name="KSO_WM_UNIT_TEXT_FILL_TYPE" val="1"/>
  <p:tag name="KSO_WM_DIAGRAM_MAX_ITEMCNT" val="6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2.xml><?xml version="1.0" encoding="utf-8"?>
<p:tagLst xmlns:p="http://schemas.openxmlformats.org/presentationml/2006/main">
  <p:tag name="KSO_WM_SLIDE_ID" val="diagram20230315_3"/>
  <p:tag name="KSO_WM_TEMPLATE_SUBCATEGORY" val="0"/>
  <p:tag name="KSO_WM_TEMPLATE_MASTER_TYPE" val="0"/>
  <p:tag name="KSO_WM_TEMPLATE_COLOR_TYPE" val="0"/>
  <p:tag name="KSO_WM_SLIDE_ITEM_CNT" val="5"/>
  <p:tag name="KSO_WM_SLIDE_INDEX" val="3"/>
  <p:tag name="KSO_WM_TAG_VERSION" val="3.0"/>
  <p:tag name="KSO_WM_BEAUTIFY_FLAG" val="#wm#"/>
  <p:tag name="KSO_WM_TEMPLATE_CATEGORY" val="diagram"/>
  <p:tag name="KSO_WM_TEMPLATE_INDEX" val="20230315"/>
  <p:tag name="KSO_WM_SLIDE_TYPE" val="text"/>
  <p:tag name="KSO_WM_SLIDE_SUBTYPE" val="diag"/>
  <p:tag name="KSO_WM_SLIDE_SIZE" val="865.35*359.9"/>
  <p:tag name="KSO_WM_SLIDE_POSITION" val="46.7*132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i*1_1_1"/>
  <p:tag name="KSO_WM_TEMPLATE_CATEGORY" val="diagram"/>
  <p:tag name="KSO_WM_TEMPLATE_INDEX" val="20231702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.94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h_f*1_2_1_1"/>
  <p:tag name="KSO_WM_TEMPLATE_CATEGORY" val="diagram"/>
  <p:tag name="KSO_WM_TEMPLATE_INDEX" val="20231702"/>
  <p:tag name="KSO_WM_UNIT_LAYERLEVEL" val="1_1_1_1"/>
  <p:tag name="KSO_WM_TAG_VERSION" val="3.0"/>
  <p:tag name="KSO_WM_UNIT_SUBTYPE" val="a"/>
  <p:tag name="KSO_WM_UNIT_NOCLEAR" val="0"/>
  <p:tag name="KSO_WM_DIAGRAM_GROUP_CODE" val="n1-1"/>
  <p:tag name="KSO_WM_UNIT_TYPE" val="n_h_h_f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6,&quot;pos&quot;:0,&quot;transparency&quot;:0.4000000059604645},{&quot;brightness&quot;:0.800000011920929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FILL_TYPE" val="3"/>
  <p:tag name="KSO_WM_UNIT_PRESET_TEXT" val="单击此处添加文本内容，根据需要酌情增减文的字，以便观者理解您传达的思想"/>
  <p:tag name="KSO_WM_UNIT_TEXT_FILL_FORE_SCHEMECOLOR_INDEX" val="1"/>
  <p:tag name="KSO_WM_UNIT_TEXT_FILL_TYPE" val="1"/>
  <p:tag name="KSO_WM_UNIT_TEXT_LAYER_COUNT" val="1"/>
  <p:tag name="KSO_WM_UNIT_LINE_FORE_SCHEMECOLOR_INDEX" val="5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h_f*1_2_5_1"/>
  <p:tag name="KSO_WM_TEMPLATE_CATEGORY" val="diagram"/>
  <p:tag name="KSO_WM_TEMPLATE_INDEX" val="20231702"/>
  <p:tag name="KSO_WM_UNIT_LAYERLEVEL" val="1_1_1_1"/>
  <p:tag name="KSO_WM_TAG_VERSION" val="3.0"/>
  <p:tag name="KSO_WM_UNIT_SUBTYPE" val="a"/>
  <p:tag name="KSO_WM_UNIT_NOCLEAR" val="0"/>
  <p:tag name="KSO_WM_DIAGRAM_GROUP_CODE" val="n1-1"/>
  <p:tag name="KSO_WM_UNIT_TYPE" val="n_h_h_f"/>
  <p:tag name="KSO_WM_UNIT_INDEX" val="1_2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6,&quot;pos&quot;:0,&quot;transparency&quot;:0.4000000059604645},{&quot;brightness&quot;:0.800000011920929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FILL_TYPE" val="3"/>
  <p:tag name="KSO_WM_UNIT_PRESET_TEXT" val="单击此处添加文本内容，根据需要酌情增减文字，以便观者理解您传达的思想"/>
  <p:tag name="KSO_WM_UNIT_TEXT_FILL_FORE_SCHEMECOLOR_INDEX" val="1"/>
  <p:tag name="KSO_WM_UNIT_TEXT_FILL_TYPE" val="1"/>
  <p:tag name="KSO_WM_UNIT_TEXT_LAYER_COUNT" val="1"/>
  <p:tag name="KSO_WM_UNIT_LINE_FORE_SCHEMECOLOR_INDEX" val="9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h_f*1_2_6_1"/>
  <p:tag name="KSO_WM_TEMPLATE_CATEGORY" val="diagram"/>
  <p:tag name="KSO_WM_TEMPLATE_INDEX" val="20231702"/>
  <p:tag name="KSO_WM_UNIT_LAYERLEVEL" val="1_1_1_1"/>
  <p:tag name="KSO_WM_TAG_VERSION" val="3.0"/>
  <p:tag name="KSO_WM_UNIT_SUBTYPE" val="a"/>
  <p:tag name="KSO_WM_UNIT_NOCLEAR" val="0"/>
  <p:tag name="KSO_WM_DIAGRAM_GROUP_CODE" val="n1-1"/>
  <p:tag name="KSO_WM_UNIT_TYPE" val="n_h_h_f"/>
  <p:tag name="KSO_WM_UNIT_INDEX" val="1_2_6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6,&quot;pos&quot;:0,&quot;transparency&quot;:0.4000000059604645},{&quot;brightness&quot;:0.800000011920929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FILL_TYPE" val="3"/>
  <p:tag name="KSO_WM_UNIT_PRESET_TEXT" val="单击此处添加文本内容，根据需要酌情增减文字，以便观者理解您传达的思想"/>
  <p:tag name="KSO_WM_UNIT_TEXT_FILL_FORE_SCHEMECOLOR_INDEX" val="1"/>
  <p:tag name="KSO_WM_UNIT_TEXT_FILL_TYPE" val="1"/>
  <p:tag name="KSO_WM_UNIT_TEXT_LAYER_COUNT" val="1"/>
  <p:tag name="KSO_WM_UNIT_LINE_FORE_SCHEMECOLOR_INDEX" val="10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h_f*1_2_2_1"/>
  <p:tag name="KSO_WM_TEMPLATE_CATEGORY" val="diagram"/>
  <p:tag name="KSO_WM_TEMPLATE_INDEX" val="20231702"/>
  <p:tag name="KSO_WM_UNIT_LAYERLEVEL" val="1_1_1_1"/>
  <p:tag name="KSO_WM_TAG_VERSION" val="3.0"/>
  <p:tag name="KSO_WM_UNIT_SUBTYPE" val="a"/>
  <p:tag name="KSO_WM_UNIT_NOCLEAR" val="0"/>
  <p:tag name="KSO_WM_UNIT_VALUE" val="80"/>
  <p:tag name="KSO_WM_DIAGRAM_GROUP_CODE" val="n1-1"/>
  <p:tag name="KSO_WM_UNIT_TYPE" val="n_h_h_f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6,&quot;pos&quot;:0,&quot;transparency&quot;:0.4000000059604645},{&quot;brightness&quot;:0.800000011920929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PRESET_TEXT" val="单击此处添加文本内容，根据需要酌情增减文字，以便观者理解您传达的思想"/>
  <p:tag name="KSO_WM_UNIT_TEXT_FILL_FORE_SCHEMECOLOR_INDEX" val="1"/>
  <p:tag name="KSO_WM_UNIT_TEXT_FILL_TYPE" val="1"/>
  <p:tag name="KSO_WM_UNIT_TEXT_LAYER_COUNT" val="1"/>
  <p:tag name="KSO_WM_UNIT_LINE_FORE_SCHEMECOLOR_INDEX" val="6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h_f*1_2_4_1"/>
  <p:tag name="KSO_WM_TEMPLATE_CATEGORY" val="diagram"/>
  <p:tag name="KSO_WM_TEMPLATE_INDEX" val="20231702"/>
  <p:tag name="KSO_WM_UNIT_LAYERLEVEL" val="1_1_1_1"/>
  <p:tag name="KSO_WM_TAG_VERSION" val="3.0"/>
  <p:tag name="KSO_WM_UNIT_SUBTYPE" val="a"/>
  <p:tag name="KSO_WM_UNIT_NOCLEAR" val="0"/>
  <p:tag name="KSO_WM_DIAGRAM_GROUP_CODE" val="n1-1"/>
  <p:tag name="KSO_WM_UNIT_TYPE" val="n_h_h_f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6,&quot;pos&quot;:0,&quot;transparency&quot;:0.4000000059604645},{&quot;brightness&quot;:0.800000011920929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FILL_TYPE" val="3"/>
  <p:tag name="KSO_WM_UNIT_PRESET_TEXT" val="单击此处添加文本内容，根据需要酌情增减文字，以便观者理解您传达的思想"/>
  <p:tag name="KSO_WM_UNIT_TEXT_FILL_FORE_SCHEMECOLOR_INDEX" val="1"/>
  <p:tag name="KSO_WM_UNIT_TEXT_FILL_TYPE" val="1"/>
  <p:tag name="KSO_WM_UNIT_TEXT_LAYER_COUNT" val="1"/>
  <p:tag name="KSO_WM_UNIT_LINE_FORE_SCHEMECOLOR_INDEX" val="8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02_5*n_h_h_f*1_2_3_1"/>
  <p:tag name="KSO_WM_TEMPLATE_CATEGORY" val="diagram"/>
  <p:tag name="KSO_WM_TEMPLATE_INDEX" val="20231702"/>
  <p:tag name="KSO_WM_UNIT_LAYERLEVEL" val="1_1_1_1"/>
  <p:tag name="KSO_WM_TAG_VERSION" val="3.0"/>
  <p:tag name="KSO_WM_UNIT_SUBTYPE" val="a"/>
  <p:tag name="KSO_WM_UNIT_NOCLEAR" val="0"/>
  <p:tag name="KSO_WM_DIAGRAM_GROUP_CODE" val="n1-1"/>
  <p:tag name="KSO_WM_UNIT_TYPE" val="n_h_h_f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6,&quot;pos&quot;:0,&quot;transparency&quot;:0.4000000059604645},{&quot;brightness&quot;:0.800000011920929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FILL_TYPE" val="3"/>
  <p:tag name="KSO_WM_UNIT_PRESET_TEXT" val="单击此处添加文本内容，根据需要酌情增减文字，以便观者理解您传达的思想"/>
  <p:tag name="KSO_WM_UNIT_TEXT_FILL_FORE_SCHEMECOLOR_INDEX" val="1"/>
  <p:tag name="KSO_WM_UNIT_TEXT_FILL_TYPE" val="1"/>
  <p:tag name="KSO_WM_UNIT_TEXT_LAYER_COUNT" val="1"/>
  <p:tag name="KSO_WM_UNIT_LINE_FORE_SCHEMECOLOR_INDEX" val="7"/>
  <p:tag name="KSO_WM_UNIT_USESOURCEFORMAT_APPLY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1702_5*n_h_h_i*1_2_1_1"/>
  <p:tag name="KSO_WM_TEMPLATE_CATEGORY" val="diagram"/>
  <p:tag name="KSO_WM_TEMPLATE_INDEX" val="2023170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2_1"/>
  <p:tag name="KSO_WM_UNIT_ID" val="diagram20231702_5*n_h_h_i*1_2_2_1"/>
  <p:tag name="KSO_WM_TEMPLATE_CATEGORY" val="diagram"/>
  <p:tag name="KSO_WM_TEMPLATE_INDEX" val="2023170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6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5_1"/>
  <p:tag name="KSO_WM_UNIT_ID" val="diagram20231702_5*n_h_h_i*1_2_5_1"/>
  <p:tag name="KSO_WM_TEMPLATE_CATEGORY" val="diagram"/>
  <p:tag name="KSO_WM_TEMPLATE_INDEX" val="2023170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9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4_1"/>
  <p:tag name="KSO_WM_UNIT_ID" val="diagram20231702_5*n_h_h_i*1_2_4_1"/>
  <p:tag name="KSO_WM_TEMPLATE_CATEGORY" val="diagram"/>
  <p:tag name="KSO_WM_TEMPLATE_INDEX" val="2023170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8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6_1"/>
  <p:tag name="KSO_WM_UNIT_ID" val="diagram20231702_5*n_h_h_i*1_2_6_1"/>
  <p:tag name="KSO_WM_TEMPLATE_CATEGORY" val="diagram"/>
  <p:tag name="KSO_WM_TEMPLATE_INDEX" val="2023170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10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3_1"/>
  <p:tag name="KSO_WM_UNIT_ID" val="diagram20231702_5*n_h_h_i*1_2_3_1"/>
  <p:tag name="KSO_WM_TEMPLATE_CATEGORY" val="diagram"/>
  <p:tag name="KSO_WM_TEMPLATE_INDEX" val="20231702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1.06573486328125,&quot;width&quot;:851.201782226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LINE_FORE_SCHEMECOLOR_INDEX" val="7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06.xml><?xml version="1.0" encoding="utf-8"?>
<p:tagLst xmlns:p="http://schemas.openxmlformats.org/presentationml/2006/main">
  <p:tag name="KSO_WM_UNIT_COMPATIBLE" val="0"/>
  <p:tag name="KSO_WM_UNIT_DIAGRAM_ISREFERUNIT" val="0"/>
  <p:tag name="KSO_WM_TEMPLATE_INDEX" val="20231702"/>
  <p:tag name="KSO_WM_TAG_VERSION" val="3.0"/>
  <p:tag name="KSO_WM_DIAGRAM_VERSION" val="3"/>
  <p:tag name="KSO_WM_DIAGRAM_COLOR_TEXT_CAN_REMOVE" val="n"/>
  <p:tag name="KSO_WM_DIAGRAM_MIN_ITEMCNT" val="2"/>
  <p:tag name="KSO_WM_UNIT_HIGHLIGHT" val="0"/>
  <p:tag name="KSO_WM_UNIT_DIAGRAM_ISNUMVISUAL" val="0"/>
  <p:tag name="KSO_WM_UNIT_ID" val="diagram20231702_5*n_h_a*1_1_1"/>
  <p:tag name="KSO_WM_TEMPLATE_CATEGORY" val="diagram"/>
  <p:tag name="KSO_WM_UNIT_LAYERLEVEL" val="1_1_1"/>
  <p:tag name="KSO_WM_UNIT_ISCONTENTSTITLE" val="0"/>
  <p:tag name="KSO_WM_UNIT_ISNUMDGMTITLE" val="0"/>
  <p:tag name="KSO_WM_UNIT_NOCLEAR" val="0"/>
  <p:tag name="KSO_WM_DIAGRAM_GROUP_CODE" val="n1-1"/>
  <p:tag name="KSO_WM_UNIT_TYPE" val="n_h_a"/>
  <p:tag name="KSO_WM_UNIT_INDEX" val="1_1_1"/>
  <p:tag name="KSO_WM_DIAGRAM_COLOR_TRICK" val="1"/>
  <p:tag name="KSO_WM_DIAGRAM_MAX_ITEMCNT" val="6"/>
  <p:tag name="KSO_WM_DIAGRAM_VIRTUALLY_FRAME" val="{&quot;height&quot;:371.06573486328125,&quot;width&quot;:851.201782226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VALUE" val="8"/>
  <p:tag name="KSO_WM_UNIT_PRESET_TEXT" val="单击此处添加标题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08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09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0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1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2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3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4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5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6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7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8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19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0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1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2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3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4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5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6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7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8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29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0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1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2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3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4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5.xml><?xml version="1.0" encoding="utf-8"?>
<p:tagLst xmlns:p="http://schemas.openxmlformats.org/presentationml/2006/main">
  <p:tag name="KSO_WM_DIAGRAM_VIRTUALLY_FRAME" val="{&quot;height&quot;:376.0885826771654,&quot;left&quot;:45.421181102362205,&quot;top&quot;:129.0364566929134,&quot;width&quot;:868.8149606299212}"/>
</p:tagLst>
</file>

<file path=ppt/tags/tag136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37.xml><?xml version="1.0" encoding="utf-8"?>
<p:tagLst xmlns:p="http://schemas.openxmlformats.org/presentationml/2006/main">
  <p:tag name="KSO_WM_DIAGRAM_VIRTUALLY_FRAME" val="{&quot;height&quot;:156.01456692913385,&quot;left&quot;:33.31551181102361,&quot;top&quot;:82.01574803149605,&quot;width&quot;:860.6371653543307}"/>
</p:tagLst>
</file>

<file path=ppt/tags/tag138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39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0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1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2.xml><?xml version="1.0" encoding="utf-8"?>
<p:tagLst xmlns:p="http://schemas.openxmlformats.org/presentationml/2006/main">
  <p:tag name="KSO_WM_DIAGRAM_VIRTUALLY_FRAME" val="{&quot;height&quot;:156.01456692913385,&quot;left&quot;:33.31551181102361,&quot;top&quot;:82.01574803149605,&quot;width&quot;:860.6371653543307}"/>
</p:tagLst>
</file>

<file path=ppt/tags/tag143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4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5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6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7.xml><?xml version="1.0" encoding="utf-8"?>
<p:tagLst xmlns:p="http://schemas.openxmlformats.org/presentationml/2006/main">
  <p:tag name="KSO_WM_DIAGRAM_VIRTUALLY_FRAME" val="{&quot;height&quot;:156.01456692913385,&quot;left&quot;:33.31551181102361,&quot;top&quot;:82.01574803149605,&quot;width&quot;:860.6371653543307}"/>
</p:tagLst>
</file>

<file path=ppt/tags/tag148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49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0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1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2.xml><?xml version="1.0" encoding="utf-8"?>
<p:tagLst xmlns:p="http://schemas.openxmlformats.org/presentationml/2006/main">
  <p:tag name="KSO_WM_DIAGRAM_VIRTUALLY_FRAME" val="{&quot;height&quot;:156.01456692913385,&quot;left&quot;:33.31551181102361,&quot;top&quot;:82.01574803149605,&quot;width&quot;:860.6371653543307}"/>
</p:tagLst>
</file>

<file path=ppt/tags/tag153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4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5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6.xml><?xml version="1.0" encoding="utf-8"?>
<p:tagLst xmlns:p="http://schemas.openxmlformats.org/presentationml/2006/main">
  <p:tag name="KSO_WM_DIAGRAM_VIRTUALLY_FRAME" val="{&quot;height&quot;:142.26456692913385,&quot;left&quot;:33.3,&quot;top&quot;:82.01574803149605,&quot;width&quot;:858.3526771653544}"/>
</p:tagLst>
</file>

<file path=ppt/tags/tag157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58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59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0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1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2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3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4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5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6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7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8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69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0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1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2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3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4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5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6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7.xml><?xml version="1.0" encoding="utf-8"?>
<p:tagLst xmlns:p="http://schemas.openxmlformats.org/presentationml/2006/main">
  <p:tag name="KSO_WM_DIAGRAM_VIRTUALLY_FRAME" val="{&quot;height&quot;:359.61587229839097,&quot;left&quot;:44.25,&quot;top&quot;:110.2,&quot;width&quot;:907.2}"/>
</p:tagLst>
</file>

<file path=ppt/tags/tag178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79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0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1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2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3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4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5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6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7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8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89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0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1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2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3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4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5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6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7.xml><?xml version="1.0" encoding="utf-8"?>
<p:tagLst xmlns:p="http://schemas.openxmlformats.org/presentationml/2006/main">
  <p:tag name="KSO_WM_DIAGRAM_VIRTUALLY_FRAME" val="{&quot;height&quot;:310.05,&quot;left&quot;:61.8,&quot;top&quot;:89.15,&quot;width&quot;:832.25}"/>
</p:tagLst>
</file>

<file path=ppt/tags/tag198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199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0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1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2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3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4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5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6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7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8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09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10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11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12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13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14.xml><?xml version="1.0" encoding="utf-8"?>
<p:tagLst xmlns:p="http://schemas.openxmlformats.org/presentationml/2006/main">
  <p:tag name="KSO_WM_DIAGRAM_VIRTUALLY_FRAME" val="{&quot;height&quot;:360.35448818897635,&quot;left&quot;:52.02779527559055,&quot;top&quot;:101.02322834645669,&quot;width&quot;:850.9211811023622}"/>
</p:tagLst>
</file>

<file path=ppt/tags/tag215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16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17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18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19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0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1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2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3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4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5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6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7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8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29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0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1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2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3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4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5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6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7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8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39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0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1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2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3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4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5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6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7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8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49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0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1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2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3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4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5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6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7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8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59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60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61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62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63.xml><?xml version="1.0" encoding="utf-8"?>
<p:tagLst xmlns:p="http://schemas.openxmlformats.org/presentationml/2006/main">
  <p:tag name="KSO_WM_DIAGRAM_VIRTUALLY_FRAME" val="{&quot;height&quot;:323.02062992125985,&quot;left&quot;:43.74417322834645,&quot;top&quot;:141.5196062992126,&quot;width&quot;:858.2703937007873}"/>
</p:tagLst>
</file>

<file path=ppt/tags/tag264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65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66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67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68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69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0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1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2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3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4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5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6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7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8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79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0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1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2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3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4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5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6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ags/tag287.xml><?xml version="1.0" encoding="utf-8"?>
<p:tagLst xmlns:p="http://schemas.openxmlformats.org/presentationml/2006/main">
  <p:tag name="KSO_WM_DIAGRAM_VIRTUALLY_FRAME" val="{&quot;height&quot;:365.59125984251966,&quot;left&quot;:84.43244094488189,&quot;top&quot;:128.20874015748032,&quot;width&quot;:789.2187401574803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jjkjajy2">
      <a:majorFont>
        <a:latin typeface="汉仪旗黑-55简"/>
        <a:ea typeface="汉仪旗黑-55简"/>
        <a:cs typeface=""/>
      </a:majorFont>
      <a:minorFont>
        <a:latin typeface="汉仪旗黑-55简"/>
        <a:ea typeface="汉仪旗黑-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5207</Words>
  <Application>WPS 演示</Application>
  <PresentationFormat>宽屏</PresentationFormat>
  <Paragraphs>864</Paragraphs>
  <Slides>30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Wingdings</vt:lpstr>
      <vt:lpstr>汉仪旗黑-55简</vt:lpstr>
      <vt:lpstr>黑体</vt:lpstr>
      <vt:lpstr>Arial Unicode MS</vt:lpstr>
      <vt:lpstr>等线</vt:lpstr>
      <vt:lpstr>Times New Roman</vt:lpstr>
      <vt:lpstr>Arial</vt:lpstr>
      <vt:lpstr>汉仪雅酷黑 75W</vt:lpstr>
      <vt:lpstr>汉仪旗黑-55简</vt:lpstr>
      <vt:lpstr>汉仪旗黑-55S</vt:lpstr>
      <vt:lpstr>汉仪旗黑-55简</vt:lpstr>
      <vt:lpstr>Malgun 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项目背景与立项依据 立项依据与合规性说明</vt:lpstr>
      <vt:lpstr>PowerPoint 演示文稿</vt:lpstr>
      <vt:lpstr>现状分析与问题诊断 现有系统/业务现状梳理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M</cp:lastModifiedBy>
  <cp:revision>46</cp:revision>
  <dcterms:created xsi:type="dcterms:W3CDTF">2021-11-22T08:04:00Z</dcterms:created>
  <dcterms:modified xsi:type="dcterms:W3CDTF">2026-07-10T07:59:21Z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TemplateUUID">
    <vt:lpwstr>v1.0_mb_zGoOwxZiDhWo6s/bQyZcCw==</vt:lpwstr>
  </property>
  <property fmtid="{D5CDD505-2E9C-101B-9397-08002B2CF9AE}" pid="4" name="ICV">
    <vt:lpwstr>A8FB00126F8F4504A970AC267AA76DFC_11</vt:lpwstr>
  </property>
</Properties>
</file>